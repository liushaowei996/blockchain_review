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368ec713648dd" /><Relationship Type="http://schemas.openxmlformats.org/officeDocument/2006/relationships/extended-properties" Target="/docProps/app.xml" Id="Rf8550f79272a4806" /><Relationship Type="http://schemas.openxmlformats.org/officeDocument/2006/relationships/officeDocument" Target="/ppt/presentation.xml" Id="R8fcf434d8892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dd24e562348f5"/>
  </p:sldMasterIdLst>
  <p:notesMasterIdLst>
    <p:notesMasterId xmlns:r="http://schemas.openxmlformats.org/officeDocument/2006/relationships" r:id="R3e325ca3df204e9f"/>
  </p:notesMasterIdLst>
  <p:sldIdLst>
    <p:sldId xmlns:r="http://schemas.openxmlformats.org/officeDocument/2006/relationships" id="256" r:id="R374b97203084462d"/>
    <p:sldId xmlns:r="http://schemas.openxmlformats.org/officeDocument/2006/relationships" id="257" r:id="Rd985d6c74735453b"/>
    <p:sldId xmlns:r="http://schemas.openxmlformats.org/officeDocument/2006/relationships" id="258" r:id="Rdd3632dca41e45a5"/>
    <p:sldId xmlns:r="http://schemas.openxmlformats.org/officeDocument/2006/relationships" id="259" r:id="Rc2cde6d27c9d4598"/>
    <p:sldId xmlns:r="http://schemas.openxmlformats.org/officeDocument/2006/relationships" id="260" r:id="R7621a4e7b14d473e"/>
    <p:sldId xmlns:r="http://schemas.openxmlformats.org/officeDocument/2006/relationships" id="261" r:id="R26011c4e78134254"/>
    <p:sldId xmlns:r="http://schemas.openxmlformats.org/officeDocument/2006/relationships" id="262" r:id="Ra733e3f97c3a499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d923e0d3e348af" /><Relationship Type="http://schemas.openxmlformats.org/officeDocument/2006/relationships/slideMaster" Target="/ppt/slideMasters/slideMaster1.xml" Id="R8a5dd24e562348f5" /><Relationship Type="http://schemas.openxmlformats.org/officeDocument/2006/relationships/notesMaster" Target="/ppt/notesMasters/notesMaster1.xml" Id="R3e325ca3df204e9f" /><Relationship Type="http://schemas.openxmlformats.org/officeDocument/2006/relationships/presProps" Target="/ppt/presProps.xml" Id="R2dd44d2fea654863" /><Relationship Type="http://schemas.openxmlformats.org/officeDocument/2006/relationships/tableStyles" Target="/ppt/tableStyles.xml" Id="Rbeb62fc741f04de0" /><Relationship Type="http://schemas.openxmlformats.org/officeDocument/2006/relationships/slide" Target="/ppt/slides/slide1.xml" Id="R374b97203084462d" /><Relationship Type="http://schemas.openxmlformats.org/officeDocument/2006/relationships/slide" Target="/ppt/slides/slide2.xml" Id="Rd985d6c74735453b" /><Relationship Type="http://schemas.openxmlformats.org/officeDocument/2006/relationships/slide" Target="/ppt/slides/slide3.xml" Id="Rdd3632dca41e45a5" /><Relationship Type="http://schemas.openxmlformats.org/officeDocument/2006/relationships/slide" Target="/ppt/slides/slide4.xml" Id="Rc2cde6d27c9d4598" /><Relationship Type="http://schemas.openxmlformats.org/officeDocument/2006/relationships/slide" Target="/ppt/slides/slide5.xml" Id="R7621a4e7b14d473e" /><Relationship Type="http://schemas.openxmlformats.org/officeDocument/2006/relationships/slide" Target="/ppt/slides/slide6.xml" Id="R26011c4e78134254" /><Relationship Type="http://schemas.openxmlformats.org/officeDocument/2006/relationships/slide" Target="/ppt/slides/slide7.xml" Id="Ra733e3f97c3a49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12fcca254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9f534f635b495f" /><Relationship Type="http://schemas.openxmlformats.org/officeDocument/2006/relationships/notesMaster" Target="/ppt/notesMasters/notesMaster1.xml" Id="Ra0976401dfc743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2ee31ce104a45" /><Relationship Type="http://schemas.openxmlformats.org/officeDocument/2006/relationships/notesMaster" Target="/ppt/notesMasters/notesMaster1.xml" Id="Rc4f21dcb6e60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fd11b305e6440a" /><Relationship Type="http://schemas.openxmlformats.org/officeDocument/2006/relationships/notesMaster" Target="/ppt/notesMasters/notesMaster1.xml" Id="R3012286c5ce44f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cf2c2d61164c57" /><Relationship Type="http://schemas.openxmlformats.org/officeDocument/2006/relationships/notesMaster" Target="/ppt/notesMasters/notesMaster1.xml" Id="Rdefc8def2bb8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e3c566f784a16" /><Relationship Type="http://schemas.openxmlformats.org/officeDocument/2006/relationships/notesMaster" Target="/ppt/notesMasters/notesMaster1.xml" Id="Rf1b11b8845b747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b010c597444da" /><Relationship Type="http://schemas.openxmlformats.org/officeDocument/2006/relationships/notesMaster" Target="/ppt/notesMasters/notesMaster1.xml" Id="Rfd3f9e2c3e1744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244d6d4fe34f54" /><Relationship Type="http://schemas.openxmlformats.org/officeDocument/2006/relationships/notesMaster" Target="/ppt/notesMasters/notesMaster1.xml" Id="Rc8ede5bcfc9840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output/imagegen/figure-concepts/figure-01-reference-architecture.png</a:t>
            </a:r>
          </a:p>
          <a:p xmlns:a="http://schemas.openxmlformats.org/drawingml/2006/main">
            <a:r>
              <a:t>- Reconstruction: native PowerPoint text, frames, arrows, connectors, and diagram shapes; the aircraft, maritime, underwater, shore, ledger, storage, and audit scenes remain embedded raster crops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output/imagegen/figure-concepts/figure-02-assurance-chain.png</a:t>
            </a:r>
          </a:p>
          <a:p xmlns:a="http://schemas.openxmlformats.org/drawingml/2006/main">
            <a:r>
              <a:t>- Reconstruction: native PowerPoint text, frames, arrows, connectors, and diagram shapes; the lighthouse and four assurance icons remain embedded raster crops; the arches, shields, arrows, labels, and foundations are native objects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output/imagegen/figure-concepts/figure-03-oal-framework.png</a:t>
            </a:r>
          </a:p>
          <a:p xmlns:a="http://schemas.openxmlformats.org/drawingml/2006/main">
            <a:r>
              <a:t>- Reconstruction: native PowerPoint text, frames, arrows, connectors, and diagram shapes; the reference icons remain embedded raster crops; all matrix cells, object headers, layer bands, lifecycle chevrons, boundary, and labels are native objects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output/imagegen/figure-concepts/figure-04-dependency-threat.png</a:t>
            </a:r>
          </a:p>
          <a:p xmlns:a="http://schemas.openxmlformats.org/drawingml/2006/main">
            <a:r>
              <a:t>- Reconstruction: native PowerPoint text, frames, arrows, connectors, and diagram shapes; object, threat, hypothesis, and target illustrations remain embedded raster crops; all circles, cards, arrows, labels, branches, and state chains are native objects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output/imagegen/figure-concepts/figure-05-ctg-reasoning-loop.png</a:t>
            </a:r>
          </a:p>
          <a:p xmlns:a="http://schemas.openxmlformats.org/drawingml/2006/main">
            <a:r>
              <a:t>- Reconstruction: native PowerPoint text, frames, arrows, connectors, and diagram shapes; the eight stage icons and three context-disc illustrations remain embedded raster crops; all circles, labels, disc partitions, and cyclic arrows are native objects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output/imagegen/figure-concepts/figure-06-blockchain-boundary.png</a:t>
            </a:r>
          </a:p>
          <a:p xmlns:a="http://schemas.openxmlformats.org/drawingml/2006/main">
            <a:r>
              <a:t>- Reconstruction: native PowerPoint text, frames, arrows, connectors, and diagram shapes; the hub and callout icons remain embedded raster crops; all hubs, rings, boxes, bridge, decision branches, connectors, and labels are native objects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 and embedded pictorial crops: output/imagegen/figure-concepts/figure-07-evidence-maturity.png</a:t>
            </a:r>
          </a:p>
          <a:p xmlns:a="http://schemas.openxmlformats.org/drawingml/2006/main">
            <a:r>
              <a:t>- Reconstruction: native PowerPoint text, frames, arrows, connectors, and diagram shapes; the six stage scenes remain embedded raster crops; all staircase bodies, top surfaces, labels, rising arrow, and traceability foundation are native objects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e0bb80aa1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b0f18dac6416e" /><Relationship Type="http://schemas.openxmlformats.org/officeDocument/2006/relationships/slideLayout" Target="/ppt/slideLayouts/slideLayout1.xml" Id="R7599a149f962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9a149f962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eb6fba4f24961" /><Relationship Type="http://schemas.openxmlformats.org/officeDocument/2006/relationships/image" Target="/ppt/media/image.png" Id="R28c94af35c974607" /><Relationship Type="http://schemas.openxmlformats.org/officeDocument/2006/relationships/image" Target="/ppt/media/image2.png" Id="R37358976966044c7" /><Relationship Type="http://schemas.openxmlformats.org/officeDocument/2006/relationships/image" Target="/ppt/media/image3.png" Id="Raf73fa793c4a43ae" /><Relationship Type="http://schemas.openxmlformats.org/officeDocument/2006/relationships/image" Target="/ppt/media/image4.png" Id="R81f11ae9678842f2" /><Relationship Type="http://schemas.openxmlformats.org/officeDocument/2006/relationships/image" Target="/ppt/media/image5.png" Id="R6da2bdd2e77c4771" /><Relationship Type="http://schemas.openxmlformats.org/officeDocument/2006/relationships/image" Target="/ppt/media/image6.png" Id="R05bcdb129e14456c" /><Relationship Type="http://schemas.openxmlformats.org/officeDocument/2006/relationships/image" Target="/ppt/media/image7.png" Id="R4f89da6a30a34927" /><Relationship Type="http://schemas.openxmlformats.org/officeDocument/2006/relationships/image" Target="/ppt/media/image8.png" Id="R3fc3ae562aa74306" /><Relationship Type="http://schemas.openxmlformats.org/officeDocument/2006/relationships/notesSlide" Target="/ppt/notesSlides/notesSlide1.xml" Id="R0e910a42cb74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6453724e640d3" /><Relationship Type="http://schemas.openxmlformats.org/officeDocument/2006/relationships/image" Target="/ppt/media/image9.png" Id="Rdc4d74a40c8a40ca" /><Relationship Type="http://schemas.openxmlformats.org/officeDocument/2006/relationships/image" Target="/ppt/media/image10.png" Id="Re59cea5ff2344630" /><Relationship Type="http://schemas.openxmlformats.org/officeDocument/2006/relationships/image" Target="/ppt/media/image11.png" Id="Rfadedda1b1774559" /><Relationship Type="http://schemas.openxmlformats.org/officeDocument/2006/relationships/image" Target="/ppt/media/image12.png" Id="R63744b0963de4ea0" /><Relationship Type="http://schemas.openxmlformats.org/officeDocument/2006/relationships/image" Target="/ppt/media/image13.png" Id="R739b0f1ce39b4f48" /><Relationship Type="http://schemas.openxmlformats.org/officeDocument/2006/relationships/notesSlide" Target="/ppt/notesSlides/notesSlide2.xml" Id="R4ee3e9d0d1704c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d5d847a4b4fdf" /><Relationship Type="http://schemas.openxmlformats.org/officeDocument/2006/relationships/image" Target="/ppt/media/image14.png" Id="Rf9024b42de0d4acf" /><Relationship Type="http://schemas.openxmlformats.org/officeDocument/2006/relationships/image" Target="/ppt/media/image15.png" Id="R1d9363a99efc4240" /><Relationship Type="http://schemas.openxmlformats.org/officeDocument/2006/relationships/image" Target="/ppt/media/image16.png" Id="R2213d1fc21d04252" /><Relationship Type="http://schemas.openxmlformats.org/officeDocument/2006/relationships/image" Target="/ppt/media/image17.png" Id="R95ea70aa2072470d" /><Relationship Type="http://schemas.openxmlformats.org/officeDocument/2006/relationships/image" Target="/ppt/media/image18.png" Id="R356a3680baba4800" /><Relationship Type="http://schemas.openxmlformats.org/officeDocument/2006/relationships/image" Target="/ppt/media/image19.png" Id="R42ebff873a9a4c70" /><Relationship Type="http://schemas.openxmlformats.org/officeDocument/2006/relationships/image" Target="/ppt/media/image20.png" Id="R5fd372696f9b4dc2" /><Relationship Type="http://schemas.openxmlformats.org/officeDocument/2006/relationships/image" Target="/ppt/media/image21.png" Id="R372c8ccb738c4eb8" /><Relationship Type="http://schemas.openxmlformats.org/officeDocument/2006/relationships/notesSlide" Target="/ppt/notesSlides/notesSlide3.xml" Id="R707e7c2f61b9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927afd9004cfa" /><Relationship Type="http://schemas.openxmlformats.org/officeDocument/2006/relationships/image" Target="/ppt/media/image22.png" Id="R19ae44db7eab4058" /><Relationship Type="http://schemas.openxmlformats.org/officeDocument/2006/relationships/image" Target="/ppt/media/image23.png" Id="Raa92c3e4a7fa4859" /><Relationship Type="http://schemas.openxmlformats.org/officeDocument/2006/relationships/image" Target="/ppt/media/image24.png" Id="Ra36328a887ba44fe" /><Relationship Type="http://schemas.openxmlformats.org/officeDocument/2006/relationships/image" Target="/ppt/media/image25.png" Id="R10623bf003f945fe" /><Relationship Type="http://schemas.openxmlformats.org/officeDocument/2006/relationships/image" Target="/ppt/media/image26.png" Id="Ra8cd77edf5444d82" /><Relationship Type="http://schemas.openxmlformats.org/officeDocument/2006/relationships/image" Target="/ppt/media/image27.png" Id="R6a1756caf28e4ac4" /><Relationship Type="http://schemas.openxmlformats.org/officeDocument/2006/relationships/image" Target="/ppt/media/image28.png" Id="Ra783b06fc15649e4" /><Relationship Type="http://schemas.openxmlformats.org/officeDocument/2006/relationships/image" Target="/ppt/media/image29.png" Id="R8097be77ef4b43b7" /><Relationship Type="http://schemas.openxmlformats.org/officeDocument/2006/relationships/image" Target="/ppt/media/image30.png" Id="Rb517a6cfd5fe4639" /><Relationship Type="http://schemas.openxmlformats.org/officeDocument/2006/relationships/image" Target="/ppt/media/image31.png" Id="R156b00ae58ef488d" /><Relationship Type="http://schemas.openxmlformats.org/officeDocument/2006/relationships/image" Target="/ppt/media/image32.png" Id="Rb1bc0e446f1b4d65" /><Relationship Type="http://schemas.openxmlformats.org/officeDocument/2006/relationships/image" Target="/ppt/media/image33.png" Id="R1f733413fba64408" /><Relationship Type="http://schemas.openxmlformats.org/officeDocument/2006/relationships/image" Target="/ppt/media/image34.png" Id="Rba05f6f754a44108" /><Relationship Type="http://schemas.openxmlformats.org/officeDocument/2006/relationships/image" Target="/ppt/media/image35.png" Id="R4422a3ccb4f44fb4" /><Relationship Type="http://schemas.openxmlformats.org/officeDocument/2006/relationships/notesSlide" Target="/ppt/notesSlides/notesSlide4.xml" Id="Rc8ef364e685d48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c2e569d624e66" /><Relationship Type="http://schemas.openxmlformats.org/officeDocument/2006/relationships/image" Target="/ppt/media/image36.png" Id="R9999b1ede6e24a99" /><Relationship Type="http://schemas.openxmlformats.org/officeDocument/2006/relationships/image" Target="/ppt/media/image37.png" Id="Rac247382bcd4446d" /><Relationship Type="http://schemas.openxmlformats.org/officeDocument/2006/relationships/image" Target="/ppt/media/image38.png" Id="R8c4db5d5412d41c8" /><Relationship Type="http://schemas.openxmlformats.org/officeDocument/2006/relationships/image" Target="/ppt/media/image39.png" Id="R285ad2410cd2421d" /><Relationship Type="http://schemas.openxmlformats.org/officeDocument/2006/relationships/image" Target="/ppt/media/image40.png" Id="R02bfd4a2ebba43d2" /><Relationship Type="http://schemas.openxmlformats.org/officeDocument/2006/relationships/image" Target="/ppt/media/image41.png" Id="Reb5a9a13e2224655" /><Relationship Type="http://schemas.openxmlformats.org/officeDocument/2006/relationships/image" Target="/ppt/media/image42.png" Id="R83dc9e6065e24045" /><Relationship Type="http://schemas.openxmlformats.org/officeDocument/2006/relationships/image" Target="/ppt/media/image43.png" Id="Ra77dd277e4fc430a" /><Relationship Type="http://schemas.openxmlformats.org/officeDocument/2006/relationships/image" Target="/ppt/media/image44.png" Id="R3f96c2a556f841f6" /><Relationship Type="http://schemas.openxmlformats.org/officeDocument/2006/relationships/image" Target="/ppt/media/image45.png" Id="R3f05477b511f4da4" /><Relationship Type="http://schemas.openxmlformats.org/officeDocument/2006/relationships/image" Target="/ppt/media/image46.png" Id="R52eea85df4bd4445" /><Relationship Type="http://schemas.openxmlformats.org/officeDocument/2006/relationships/notesSlide" Target="/ppt/notesSlides/notesSlide5.xml" Id="Raa543f5403e8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4722fbc644c95" /><Relationship Type="http://schemas.openxmlformats.org/officeDocument/2006/relationships/image" Target="/ppt/media/image47.png" Id="R4390573d6b4a4f6e" /><Relationship Type="http://schemas.openxmlformats.org/officeDocument/2006/relationships/image" Target="/ppt/media/image48.png" Id="R37cd986576e04da3" /><Relationship Type="http://schemas.openxmlformats.org/officeDocument/2006/relationships/image" Target="/ppt/media/image49.png" Id="Rf42fdeb7abd74d48" /><Relationship Type="http://schemas.openxmlformats.org/officeDocument/2006/relationships/image" Target="/ppt/media/image50.png" Id="Ree22b5da6c304467" /><Relationship Type="http://schemas.openxmlformats.org/officeDocument/2006/relationships/image" Target="/ppt/media/image51.png" Id="R7ee0b955f69640a3" /><Relationship Type="http://schemas.openxmlformats.org/officeDocument/2006/relationships/image" Target="/ppt/media/image52.png" Id="R0277703ff28c4da3" /><Relationship Type="http://schemas.openxmlformats.org/officeDocument/2006/relationships/image" Target="/ppt/media/image53.png" Id="Rd440f9ce6c654a7f" /><Relationship Type="http://schemas.openxmlformats.org/officeDocument/2006/relationships/image" Target="/ppt/media/image54.png" Id="Rebe7711c085b41a0" /><Relationship Type="http://schemas.openxmlformats.org/officeDocument/2006/relationships/image" Target="/ppt/media/image55.png" Id="R19a25b01402b4215" /><Relationship Type="http://schemas.openxmlformats.org/officeDocument/2006/relationships/image" Target="/ppt/media/image56.png" Id="Re212ad8983e2485b" /><Relationship Type="http://schemas.openxmlformats.org/officeDocument/2006/relationships/image" Target="/ppt/media/image57.png" Id="R5b306a9ad709480c" /><Relationship Type="http://schemas.openxmlformats.org/officeDocument/2006/relationships/image" Target="/ppt/media/image58.png" Id="R98e0bd2ec0b94115" /><Relationship Type="http://schemas.openxmlformats.org/officeDocument/2006/relationships/image" Target="/ppt/media/image59.png" Id="R4d46759fb6f8420a" /><Relationship Type="http://schemas.openxmlformats.org/officeDocument/2006/relationships/image" Target="/ppt/media/image60.png" Id="Rf311364d61634f12" /><Relationship Type="http://schemas.openxmlformats.org/officeDocument/2006/relationships/image" Target="/ppt/media/image61.png" Id="R3529654076114464" /><Relationship Type="http://schemas.openxmlformats.org/officeDocument/2006/relationships/notesSlide" Target="/ppt/notesSlides/notesSlide6.xml" Id="R05cb97a90b0c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d96641a544dcd" /><Relationship Type="http://schemas.openxmlformats.org/officeDocument/2006/relationships/image" Target="/ppt/media/image62.png" Id="Re78c62e8d42c4360" /><Relationship Type="http://schemas.openxmlformats.org/officeDocument/2006/relationships/image" Target="/ppt/media/image63.png" Id="Rf0fc9a7d9af24362" /><Relationship Type="http://schemas.openxmlformats.org/officeDocument/2006/relationships/image" Target="/ppt/media/image64.png" Id="R7661fe0d788247d7" /><Relationship Type="http://schemas.openxmlformats.org/officeDocument/2006/relationships/image" Target="/ppt/media/image65.png" Id="Rc6374feec1a946ca" /><Relationship Type="http://schemas.openxmlformats.org/officeDocument/2006/relationships/image" Target="/ppt/media/image66.png" Id="Rf51f5c60e13349b0" /><Relationship Type="http://schemas.openxmlformats.org/officeDocument/2006/relationships/image" Target="/ppt/media/image67.png" Id="R07651b915d654b06" /><Relationship Type="http://schemas.openxmlformats.org/officeDocument/2006/relationships/notesSlide" Target="/ppt/notesSlides/notesSlide7.xml" Id="R13248bd4d0cf47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vernance-outer-boundary">
            <a:extLst xmlns:a="http://schemas.openxmlformats.org/drawingml/2006/main">
              <a:ext uri="{FF2B5EF4-FFF2-40B4-BE49-F238E27FC236}">
                <a16:creationId xmlns:a16="http://schemas.microsoft.com/office/drawing/2014/main" id="{8C736CC6-C47D-48A5-857D-F8436280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8600"/>
            <a:ext cx="14897100" cy="8077200"/>
          </a:xfrm>
          <a:prstGeom xmlns:a="http://schemas.openxmlformats.org/drawingml/2006/main" prst="roundRect">
            <a:avLst>
              <a:gd name="adj" fmla="val 28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697DD"/>
            </a:solidFill>
            <a:prstDash val="solid"/>
          </a:ln>
        </p:spPr>
      </p:sp>
      <p:sp>
        <p:nvSpPr>
          <p:cNvPr id="2" name="governance-inner-boundary">
            <a:extLst xmlns:a="http://schemas.openxmlformats.org/drawingml/2006/main">
              <a:ext uri="{FF2B5EF4-FFF2-40B4-BE49-F238E27FC236}">
                <a16:creationId xmlns:a16="http://schemas.microsoft.com/office/drawing/2014/main" id="{8FBBA700-1A46-465D-8648-A99375CE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4249400" cy="7477125"/>
          </a:xfrm>
          <a:prstGeom xmlns:a="http://schemas.openxmlformats.org/drawingml/2006/main" prst="roundRect">
            <a:avLst>
              <a:gd name="adj" fmla="val 3057"/>
            </a:avLst>
          </a:prstGeom>
          <a:noFill xmlns:a="http://schemas.openxmlformats.org/drawingml/2006/main"/>
          <a:ln xmlns:a="http://schemas.openxmlformats.org/drawingml/2006/main" w="17145">
            <a:solidFill>
              <a:srgbClr val="9F91D5"/>
            </a:solidFill>
            <a:prstDash val="dash"/>
          </a:ln>
        </p:spPr>
      </p:sp>
      <p:sp>
        <p:nvSpPr>
          <p:cNvPr id="3" name="top-assurance-shield">
            <a:extLst xmlns:a="http://schemas.openxmlformats.org/drawingml/2006/main">
              <a:ext uri="{FF2B5EF4-FFF2-40B4-BE49-F238E27FC236}">
                <a16:creationId xmlns:a16="http://schemas.microsoft.com/office/drawing/2014/main" id="{82B01AB7-0AFC-4818-AEA5-492A2002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14300"/>
            <a:ext cx="666750" cy="7048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31" b="1">
                <a:solidFill>
                  <a:srgbClr val="5C3496"/>
                </a:solidFill>
              </a:defRPr>
            </a:pPr>
            <a:r>
              <a:rPr sz="2331" b="1">
                <a:solidFill>
                  <a:srgbClr val="5C3496"/>
                </a:solidFill>
              </a:rPr>
              <a:t>✓</a:t>
            </a:r>
          </a:p>
        </p:txBody>
      </p:sp>
      <p:sp>
        <p:nvSpPr>
          <p:cNvPr id="4" name="left-assurance-shield">
            <a:extLst xmlns:a="http://schemas.openxmlformats.org/drawingml/2006/main">
              <a:ext uri="{FF2B5EF4-FFF2-40B4-BE49-F238E27FC236}">
                <a16:creationId xmlns:a16="http://schemas.microsoft.com/office/drawing/2014/main" id="{6F59692C-18A6-47B3-8E8E-7E73332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476625"/>
            <a:ext cx="552450" cy="6286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79" b="1">
                <a:solidFill>
                  <a:srgbClr val="5C3496"/>
                </a:solidFill>
              </a:defRPr>
            </a:pPr>
            <a:r>
              <a:rPr sz="2079" b="1">
                <a:solidFill>
                  <a:srgbClr val="5C3496"/>
                </a:solidFill>
              </a:rPr>
              <a:t>✓</a:t>
            </a:r>
          </a:p>
        </p:txBody>
      </p:sp>
      <p:sp>
        <p:nvSpPr>
          <p:cNvPr id="5" name="right-assurance-shield">
            <a:extLst xmlns:a="http://schemas.openxmlformats.org/drawingml/2006/main">
              <a:ext uri="{FF2B5EF4-FFF2-40B4-BE49-F238E27FC236}">
                <a16:creationId xmlns:a16="http://schemas.microsoft.com/office/drawing/2014/main" id="{EC040CE9-17F1-4AD5-9F06-6D5CE342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476625"/>
            <a:ext cx="552450" cy="6286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79" b="1">
                <a:solidFill>
                  <a:srgbClr val="5C3496"/>
                </a:solidFill>
              </a:defRPr>
            </a:pPr>
            <a:r>
              <a:rPr sz="2079" b="1">
                <a:solidFill>
                  <a:srgbClr val="5C3496"/>
                </a:solidFill>
              </a:rPr>
              <a:t>✓</a:t>
            </a:r>
          </a:p>
        </p:txBody>
      </p:sp>
      <p:sp>
        <p:nvSpPr>
          <p:cNvPr id="6" name="bottom-left-assurance-shield">
            <a:extLst xmlns:a="http://schemas.openxmlformats.org/drawingml/2006/main">
              <a:ext uri="{FF2B5EF4-FFF2-40B4-BE49-F238E27FC236}">
                <a16:creationId xmlns:a16="http://schemas.microsoft.com/office/drawing/2014/main" id="{2639756E-32B5-45E7-AEB9-695B0C90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43825"/>
            <a:ext cx="552450" cy="60960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16" b="1">
                <a:solidFill>
                  <a:srgbClr val="5C3496"/>
                </a:solidFill>
              </a:defRPr>
            </a:pPr>
            <a:r>
              <a:rPr sz="2016" b="1">
                <a:solidFill>
                  <a:srgbClr val="5C3496"/>
                </a:solidFill>
              </a:rPr>
              <a:t>✓</a:t>
            </a:r>
          </a:p>
        </p:txBody>
      </p:sp>
      <p:sp>
        <p:nvSpPr>
          <p:cNvPr id="7" name="bottom-right-assurance-shield">
            <a:extLst xmlns:a="http://schemas.openxmlformats.org/drawingml/2006/main">
              <a:ext uri="{FF2B5EF4-FFF2-40B4-BE49-F238E27FC236}">
                <a16:creationId xmlns:a16="http://schemas.microsoft.com/office/drawing/2014/main" id="{4FE52CFE-F7EE-4A7D-9CF9-33A41A0F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743825"/>
            <a:ext cx="552450" cy="60960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16" b="1">
                <a:solidFill>
                  <a:srgbClr val="5C3496"/>
                </a:solidFill>
              </a:defRPr>
            </a:pPr>
            <a:r>
              <a:rPr sz="2016" b="1">
                <a:solidFill>
                  <a:srgbClr val="5C3496"/>
                </a:solidFill>
              </a:rPr>
              <a:t>✓</a:t>
            </a:r>
          </a:p>
        </p:txBody>
      </p:sp>
      <p:sp>
        <p:nvSpPr>
          <p:cNvPr id="8" name="uav-platform">
            <a:extLst xmlns:a="http://schemas.openxmlformats.org/drawingml/2006/main">
              <a:ext uri="{FF2B5EF4-FFF2-40B4-BE49-F238E27FC236}">
                <a16:creationId xmlns:a16="http://schemas.microsoft.com/office/drawing/2014/main" id="{99406E19-EBFB-4777-AE79-21EADB7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5810250" cy="2266950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20955">
            <a:solidFill>
              <a:srgbClr val="8CB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94af35c974607"/>
          <a:srcRect xmlns:a="http://schemas.openxmlformats.org/drawingml/2006/main" l="0" t="17832" r="0" b="17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123950"/>
            <a:ext cx="561975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0" name="uav-label-mask">
            <a:extLst xmlns:a="http://schemas.openxmlformats.org/drawingml/2006/main">
              <a:ext uri="{FF2B5EF4-FFF2-40B4-BE49-F238E27FC236}">
                <a16:creationId xmlns:a16="http://schemas.microsoft.com/office/drawing/2014/main" id="{B8DB9ED9-F23F-42C2-86F7-305FC6D1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142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0">
            <a:solidFill>
              <a:srgbClr val="EEF6FD"/>
            </a:solidFill>
            <a:prstDash val="solid"/>
          </a:ln>
        </p:spPr>
      </p:sp>
      <p:sp>
        <p:nvSpPr>
          <p:cNvPr id="11" name="uav-label">
            <a:extLst xmlns:a="http://schemas.openxmlformats.org/drawingml/2006/main">
              <a:ext uri="{FF2B5EF4-FFF2-40B4-BE49-F238E27FC236}">
                <a16:creationId xmlns:a16="http://schemas.microsoft.com/office/drawing/2014/main" id="{D873EADC-0C37-47D9-BB78-7BA7A25D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UAV</a:t>
            </a:r>
          </a:p>
        </p:txBody>
      </p:sp>
      <p:sp>
        <p:nvSpPr>
          <p:cNvPr id="12" name="uav-platform-outline">
            <a:extLst xmlns:a="http://schemas.openxmlformats.org/drawingml/2006/main">
              <a:ext uri="{FF2B5EF4-FFF2-40B4-BE49-F238E27FC236}">
                <a16:creationId xmlns:a16="http://schemas.microsoft.com/office/drawing/2014/main" id="{4024B357-0D60-43B2-ADAC-8C5BA86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5810250" cy="2266950"/>
          </a:xfrm>
          <a:prstGeom xmlns:a="http://schemas.openxmlformats.org/drawingml/2006/main" prst="roundRect">
            <a:avLst>
              <a:gd name="adj" fmla="val 10084"/>
            </a:avLst>
          </a:prstGeom>
          <a:noFill xmlns:a="http://schemas.openxmlformats.org/drawingml/2006/main"/>
          <a:ln xmlns:a="http://schemas.openxmlformats.org/drawingml/2006/main" w="20955">
            <a:solidFill>
              <a:srgbClr val="8CBDE5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58976966044c7"/>
          <a:stretch xmlns:a="http://schemas.openxmlformats.org/drawingml/2006/main"/>
        </p:blipFill>
        <p:spPr>
          <a:xfrm xmlns:a="http://schemas.openxmlformats.org/drawingml/2006/main">
            <a:off x="6334125" y="1029907"/>
            <a:ext cx="2857500" cy="740535"/>
          </a:xfrm>
          <a:prstGeom xmlns:a="http://schemas.openxmlformats.org/drawingml/2006/main" prst="rect">
            <a:avLst/>
          </a:prstGeom>
        </p:spPr>
      </p:pic>
      <p:sp>
        <p:nvSpPr>
          <p:cNvPr id="14" name="satellite-haps-label-mask">
            <a:extLst xmlns:a="http://schemas.openxmlformats.org/drawingml/2006/main">
              <a:ext uri="{FF2B5EF4-FFF2-40B4-BE49-F238E27FC236}">
                <a16:creationId xmlns:a16="http://schemas.microsoft.com/office/drawing/2014/main" id="{A7F8F487-FBC0-4DC9-A2EF-FA0521F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15" name="satellite-haps-label">
            <a:extLst xmlns:a="http://schemas.openxmlformats.org/drawingml/2006/main">
              <a:ext uri="{FF2B5EF4-FFF2-40B4-BE49-F238E27FC236}">
                <a16:creationId xmlns:a16="http://schemas.microsoft.com/office/drawing/2014/main" id="{C4629975-D28C-4238-B010-04A568F6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Satellite / HAPS</a:t>
            </a:r>
          </a:p>
        </p:txBody>
      </p:sp>
      <p:sp>
        <p:nvSpPr>
          <p:cNvPr id="16" name="shore-services-panel">
            <a:extLst xmlns:a="http://schemas.openxmlformats.org/drawingml/2006/main">
              <a:ext uri="{FF2B5EF4-FFF2-40B4-BE49-F238E27FC236}">
                <a16:creationId xmlns:a16="http://schemas.microsoft.com/office/drawing/2014/main" id="{DBBC7D30-8D88-40C7-8D30-DECC48D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4900"/>
            <a:ext cx="34290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22860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ore-services-label">
            <a:extLst xmlns:a="http://schemas.openxmlformats.org/drawingml/2006/main">
              <a:ext uri="{FF2B5EF4-FFF2-40B4-BE49-F238E27FC236}">
                <a16:creationId xmlns:a16="http://schemas.microsoft.com/office/drawing/2014/main" id="{D7F54AC3-E5DF-4D93-8D9F-D0256983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1906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B54"/>
                </a:solidFill>
              </a:defRPr>
            </a:pPr>
            <a:r>
              <a:rPr sz="2025" b="1">
                <a:solidFill>
                  <a:srgbClr val="062B54"/>
                </a:solidFill>
              </a:rPr>
              <a:t>Shore Services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3fa793c4a43ae"/>
          <a:stretch xmlns:a="http://schemas.openxmlformats.org/drawingml/2006/main"/>
        </p:blipFill>
        <p:spPr>
          <a:xfrm xmlns:a="http://schemas.openxmlformats.org/drawingml/2006/main">
            <a:off x="10167056" y="1581150"/>
            <a:ext cx="2716389" cy="1333500"/>
          </a:xfrm>
          <a:prstGeom xmlns:a="http://schemas.openxmlformats.org/drawingml/2006/main" prst="roundRect">
            <a:avLst>
              <a:gd name="adj" fmla="val 8571"/>
            </a:avLst>
          </a:prstGeom>
        </p:spPr>
      </p:pic>
      <p:sp>
        <p:nvSpPr>
          <p:cNvPr id="19" name="shore-services-outline">
            <a:extLst xmlns:a="http://schemas.openxmlformats.org/drawingml/2006/main">
              <a:ext uri="{FF2B5EF4-FFF2-40B4-BE49-F238E27FC236}">
                <a16:creationId xmlns:a16="http://schemas.microsoft.com/office/drawing/2014/main" id="{3937CB12-0526-4D05-824B-52C5086B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4900"/>
            <a:ext cx="3429000" cy="1952625"/>
          </a:xfrm>
          <a:prstGeom xmlns:a="http://schemas.openxmlformats.org/drawingml/2006/main" prst="roundRect">
            <a:avLst>
              <a:gd name="adj" fmla="val 7805"/>
            </a:avLst>
          </a:prstGeom>
          <a:noFill xmlns:a="http://schemas.openxmlformats.org/drawingml/2006/main"/>
          <a:ln xmlns:a="http://schemas.openxmlformats.org/drawingml/2006/main" w="22860">
            <a:solidFill>
              <a:srgbClr val="136BB0"/>
            </a:solidFill>
            <a:prstDash val="solid"/>
          </a:ln>
        </p:spPr>
      </p:sp>
      <p:sp>
        <p:nvSpPr>
          <p:cNvPr id="20" name="usv-gateway-panel">
            <a:extLst xmlns:a="http://schemas.openxmlformats.org/drawingml/2006/main">
              <a:ext uri="{FF2B5EF4-FFF2-40B4-BE49-F238E27FC236}">
                <a16:creationId xmlns:a16="http://schemas.microsoft.com/office/drawing/2014/main" id="{B0675457-340D-4FAF-83C0-9CE9F3E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6191250" cy="185737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20955">
            <a:solidFill>
              <a:srgbClr val="4AA1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11ae9678842f2"/>
          <a:srcRect xmlns:a="http://schemas.openxmlformats.org/drawingml/2006/main" l="2426" t="0" r="2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3600450"/>
            <a:ext cx="6000750" cy="1571625"/>
          </a:xfrm>
          <a:prstGeom xmlns:a="http://schemas.openxmlformats.org/drawingml/2006/main" prst="roundRect">
            <a:avLst>
              <a:gd name="adj" fmla="val 9697"/>
            </a:avLst>
          </a:prstGeom>
        </p:spPr>
      </p:pic>
      <p:sp>
        <p:nvSpPr>
          <p:cNvPr id="22" name="usv-label-mask">
            <a:extLst xmlns:a="http://schemas.openxmlformats.org/drawingml/2006/main">
              <a:ext uri="{FF2B5EF4-FFF2-40B4-BE49-F238E27FC236}">
                <a16:creationId xmlns:a16="http://schemas.microsoft.com/office/drawing/2014/main" id="{4ED9B8FA-8496-41B7-B648-445D19ED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10125"/>
            <a:ext cx="1952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EDF5"/>
          </a:solidFill>
          <a:ln xmlns:a="http://schemas.openxmlformats.org/drawingml/2006/main" w="0">
            <a:solidFill>
              <a:srgbClr val="D8EDF5"/>
            </a:solidFill>
            <a:prstDash val="solid"/>
          </a:ln>
        </p:spPr>
      </p:sp>
      <p:sp>
        <p:nvSpPr>
          <p:cNvPr id="23" name="usv-gateway-label">
            <a:extLst xmlns:a="http://schemas.openxmlformats.org/drawingml/2006/main">
              <a:ext uri="{FF2B5EF4-FFF2-40B4-BE49-F238E27FC236}">
                <a16:creationId xmlns:a16="http://schemas.microsoft.com/office/drawing/2014/main" id="{AD4830E2-E52A-49EF-967B-E5B06278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768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2B54"/>
                </a:solidFill>
              </a:defRPr>
            </a:pPr>
            <a:r>
              <a:rPr sz="2100" b="1">
                <a:solidFill>
                  <a:srgbClr val="062B54"/>
                </a:solidFill>
              </a:rPr>
              <a:t>USV Gateway</a:t>
            </a:r>
          </a:p>
        </p:txBody>
      </p:sp>
      <p:sp>
        <p:nvSpPr>
          <p:cNvPr id="24" name="usv-gateway-outline">
            <a:extLst xmlns:a="http://schemas.openxmlformats.org/drawingml/2006/main">
              <a:ext uri="{FF2B5EF4-FFF2-40B4-BE49-F238E27FC236}">
                <a16:creationId xmlns:a16="http://schemas.microsoft.com/office/drawing/2014/main" id="{863241D4-D077-4C4D-9576-602BE8F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6191250" cy="185737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20955">
            <a:solidFill>
              <a:srgbClr val="4AA1C7"/>
            </a:solidFill>
            <a:prstDash val="solid"/>
          </a:ln>
        </p:spPr>
      </p:sp>
      <p:sp>
        <p:nvSpPr>
          <p:cNvPr id="25" name="uuv-auv-panel">
            <a:extLst xmlns:a="http://schemas.openxmlformats.org/drawingml/2006/main">
              <a:ext uri="{FF2B5EF4-FFF2-40B4-BE49-F238E27FC236}">
                <a16:creationId xmlns:a16="http://schemas.microsoft.com/office/drawing/2014/main" id="{A11E1725-2B3F-488E-8289-4CD713A1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8524875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DDF4F6"/>
          </a:solidFill>
          <a:ln xmlns:a="http://schemas.openxmlformats.org/drawingml/2006/main" w="20955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2bdd2e77c4771"/>
          <a:srcRect xmlns:a="http://schemas.openxmlformats.org/drawingml/2006/main" l="0" t="9743" r="0" b="9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886450"/>
            <a:ext cx="8334375" cy="163830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27" name="uuv-label-mask">
            <a:extLst xmlns:a="http://schemas.openxmlformats.org/drawingml/2006/main">
              <a:ext uri="{FF2B5EF4-FFF2-40B4-BE49-F238E27FC236}">
                <a16:creationId xmlns:a16="http://schemas.microsoft.com/office/drawing/2014/main" id="{D65A1FC7-49FE-4B26-91FB-F285CF7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115175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DEEF1"/>
          </a:solidFill>
          <a:ln xmlns:a="http://schemas.openxmlformats.org/drawingml/2006/main" w="0">
            <a:solidFill>
              <a:srgbClr val="CDEEF1"/>
            </a:solidFill>
            <a:prstDash val="solid"/>
          </a:ln>
        </p:spPr>
      </p:sp>
      <p:sp>
        <p:nvSpPr>
          <p:cNvPr id="28" name="uuv-auv-label">
            <a:extLst xmlns:a="http://schemas.openxmlformats.org/drawingml/2006/main">
              <a:ext uri="{FF2B5EF4-FFF2-40B4-BE49-F238E27FC236}">
                <a16:creationId xmlns:a16="http://schemas.microsoft.com/office/drawing/2014/main" id="{A3D44627-B2E4-4D2B-90E6-A96BA94C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14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2B54"/>
                </a:solidFill>
              </a:defRPr>
            </a:pPr>
            <a:r>
              <a:rPr sz="2100" b="1">
                <a:solidFill>
                  <a:srgbClr val="062B54"/>
                </a:solidFill>
              </a:rPr>
              <a:t>UUV / AUV</a:t>
            </a:r>
          </a:p>
        </p:txBody>
      </p:sp>
      <p:sp>
        <p:nvSpPr>
          <p:cNvPr id="29" name="uuv-auv-outline">
            <a:extLst xmlns:a="http://schemas.openxmlformats.org/drawingml/2006/main">
              <a:ext uri="{FF2B5EF4-FFF2-40B4-BE49-F238E27FC236}">
                <a16:creationId xmlns:a16="http://schemas.microsoft.com/office/drawing/2014/main" id="{0EABEA75-F5E3-4979-8CE6-1F361AEB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8524875" cy="1809750"/>
          </a:xfrm>
          <a:prstGeom xmlns:a="http://schemas.openxmlformats.org/drawingml/2006/main" prst="roundRect">
            <a:avLst>
              <a:gd name="adj" fmla="val 12632"/>
            </a:avLst>
          </a:prstGeom>
          <a:noFill xmlns:a="http://schemas.openxmlformats.org/drawingml/2006/main"/>
          <a:ln xmlns:a="http://schemas.openxmlformats.org/drawingml/2006/main" w="20955">
            <a:solidFill>
              <a:srgbClr val="118590"/>
            </a:solidFill>
            <a:prstDash val="solid"/>
          </a:ln>
        </p:spPr>
      </p:sp>
      <p:sp>
        <p:nvSpPr>
          <p:cNvPr id="30" name="policy-ledger-panel">
            <a:extLst xmlns:a="http://schemas.openxmlformats.org/drawingml/2006/main">
              <a:ext uri="{FF2B5EF4-FFF2-40B4-BE49-F238E27FC236}">
                <a16:creationId xmlns:a16="http://schemas.microsoft.com/office/drawing/2014/main" id="{4D89149F-607C-42F6-B4AB-367B2849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3905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22860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olicy-ledger-label">
            <a:extLst xmlns:a="http://schemas.openxmlformats.org/drawingml/2006/main">
              <a:ext uri="{FF2B5EF4-FFF2-40B4-BE49-F238E27FC236}">
                <a16:creationId xmlns:a16="http://schemas.microsoft.com/office/drawing/2014/main" id="{BA9FD2E9-8CC7-45D5-BD15-BCE9BBA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385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2B54"/>
                </a:solidFill>
              </a:defRPr>
            </a:pPr>
            <a:r>
              <a:rPr sz="1950" b="1">
                <a:solidFill>
                  <a:srgbClr val="062B54"/>
                </a:solidFill>
              </a:rPr>
              <a:t>Policy + Ledger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cdb129e14456c"/>
          <a:stretch xmlns:a="http://schemas.openxmlformats.org/drawingml/2006/main"/>
        </p:blipFill>
        <p:spPr>
          <a:xfrm xmlns:a="http://schemas.openxmlformats.org/drawingml/2006/main">
            <a:off x="10030385" y="3829050"/>
            <a:ext cx="2894479" cy="781050"/>
          </a:xfrm>
          <a:prstGeom xmlns:a="http://schemas.openxmlformats.org/drawingml/2006/main" prst="rect">
            <a:avLst/>
          </a:prstGeom>
        </p:spPr>
      </p:pic>
      <p:sp>
        <p:nvSpPr>
          <p:cNvPr id="33" name="policy-ledger-outline">
            <a:extLst xmlns:a="http://schemas.openxmlformats.org/drawingml/2006/main">
              <a:ext uri="{FF2B5EF4-FFF2-40B4-BE49-F238E27FC236}">
                <a16:creationId xmlns:a16="http://schemas.microsoft.com/office/drawing/2014/main" id="{AE6C0288-A521-484F-ABC5-E0959DF2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3905250" cy="1352550"/>
          </a:xfrm>
          <a:prstGeom xmlns:a="http://schemas.openxmlformats.org/drawingml/2006/main" prst="roundRect">
            <a:avLst>
              <a:gd name="adj" fmla="val 11268"/>
            </a:avLst>
          </a:prstGeom>
          <a:noFill xmlns:a="http://schemas.openxmlformats.org/drawingml/2006/main"/>
          <a:ln xmlns:a="http://schemas.openxmlformats.org/drawingml/2006/main" w="22860">
            <a:solidFill>
              <a:srgbClr val="5C3496"/>
            </a:solidFill>
            <a:prstDash val="solid"/>
          </a:ln>
        </p:spPr>
      </p:sp>
      <p:sp>
        <p:nvSpPr>
          <p:cNvPr id="34" name="evidence-store-panel">
            <a:extLst xmlns:a="http://schemas.openxmlformats.org/drawingml/2006/main">
              <a:ext uri="{FF2B5EF4-FFF2-40B4-BE49-F238E27FC236}">
                <a16:creationId xmlns:a16="http://schemas.microsoft.com/office/drawing/2014/main" id="{F6AEC0C7-B2FB-46D8-AE1F-844310A4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95875"/>
            <a:ext cx="3905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22860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evidence-store-label">
            <a:extLst xmlns:a="http://schemas.openxmlformats.org/drawingml/2006/main">
              <a:ext uri="{FF2B5EF4-FFF2-40B4-BE49-F238E27FC236}">
                <a16:creationId xmlns:a16="http://schemas.microsoft.com/office/drawing/2014/main" id="{791318AE-AFAD-480B-9286-C9CD87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62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Evidence Store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9da6a30a34927"/>
          <a:stretch xmlns:a="http://schemas.openxmlformats.org/drawingml/2006/main"/>
        </p:blipFill>
        <p:spPr>
          <a:xfrm xmlns:a="http://schemas.openxmlformats.org/drawingml/2006/main">
            <a:off x="9977071" y="5514975"/>
            <a:ext cx="3001108" cy="609600"/>
          </a:xfrm>
          <a:prstGeom xmlns:a="http://schemas.openxmlformats.org/drawingml/2006/main" prst="rect">
            <a:avLst/>
          </a:prstGeom>
        </p:spPr>
      </p:pic>
      <p:sp>
        <p:nvSpPr>
          <p:cNvPr id="37" name="evidence-store-outline">
            <a:extLst xmlns:a="http://schemas.openxmlformats.org/drawingml/2006/main">
              <a:ext uri="{FF2B5EF4-FFF2-40B4-BE49-F238E27FC236}">
                <a16:creationId xmlns:a16="http://schemas.microsoft.com/office/drawing/2014/main" id="{0B3132E8-82D3-4292-84F6-AC367565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95875"/>
            <a:ext cx="3905250" cy="11430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22860">
            <a:solidFill>
              <a:srgbClr val="118590"/>
            </a:solidFill>
            <a:prstDash val="solid"/>
          </a:ln>
        </p:spPr>
      </p:sp>
      <p:sp>
        <p:nvSpPr>
          <p:cNvPr id="38" name="auditor-panel">
            <a:extLst xmlns:a="http://schemas.openxmlformats.org/drawingml/2006/main">
              <a:ext uri="{FF2B5EF4-FFF2-40B4-BE49-F238E27FC236}">
                <a16:creationId xmlns:a16="http://schemas.microsoft.com/office/drawing/2014/main" id="{C2F562B2-E24C-4AEF-A114-E4D7E81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24625"/>
            <a:ext cx="2714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22860">
            <a:solidFill>
              <a:srgbClr val="D17A0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auditor-label">
            <a:extLst xmlns:a="http://schemas.openxmlformats.org/drawingml/2006/main">
              <a:ext uri="{FF2B5EF4-FFF2-40B4-BE49-F238E27FC236}">
                <a16:creationId xmlns:a16="http://schemas.microsoft.com/office/drawing/2014/main" id="{AF602A5D-62A6-4B4C-97D1-B8A6FCC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72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Auditor</a:t>
            </a:r>
          </a:p>
        </p:txBody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3ae562aa74306"/>
          <a:stretch xmlns:a="http://schemas.openxmlformats.org/drawingml/2006/main"/>
        </p:blipFill>
        <p:spPr>
          <a:xfrm xmlns:a="http://schemas.openxmlformats.org/drawingml/2006/main">
            <a:off x="10675004" y="6924675"/>
            <a:ext cx="1414743" cy="962025"/>
          </a:xfrm>
          <a:prstGeom xmlns:a="http://schemas.openxmlformats.org/drawingml/2006/main" prst="rect">
            <a:avLst/>
          </a:prstGeom>
        </p:spPr>
      </p:pic>
      <p:sp>
        <p:nvSpPr>
          <p:cNvPr id="41" name="auditor-outline">
            <a:extLst xmlns:a="http://schemas.openxmlformats.org/drawingml/2006/main">
              <a:ext uri="{FF2B5EF4-FFF2-40B4-BE49-F238E27FC236}">
                <a16:creationId xmlns:a16="http://schemas.microsoft.com/office/drawing/2014/main" id="{7122B329-A16E-4C44-A465-E4401DC5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24625"/>
            <a:ext cx="2714625" cy="1476375"/>
          </a:xfrm>
          <a:prstGeom xmlns:a="http://schemas.openxmlformats.org/drawingml/2006/main" prst="roundRect">
            <a:avLst>
              <a:gd name="adj" fmla="val 10323"/>
            </a:avLst>
          </a:prstGeom>
          <a:noFill xmlns:a="http://schemas.openxmlformats.org/drawingml/2006/main"/>
          <a:ln xmlns:a="http://schemas.openxmlformats.org/drawingml/2006/main" w="22860">
            <a:solidFill>
              <a:srgbClr val="D17A08"/>
            </a:solidFill>
            <a:prstDash val="solid"/>
          </a:ln>
        </p:spPr>
      </p:sp>
      <p:cxnSp>
        <p:nvCxnSpPr>
          <p:cNvPr id="100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477000" y="2081213"/>
            <a:ext cx="33337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136BB0"/>
            </a:solidFill>
            <a:prstDash val="dash"/>
            <a:round/>
            <a:headEnd type="none" w="med" len="me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571875" y="3333750"/>
            <a:ext cx="19050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 cap="rnd">
            <a:solidFill>
              <a:srgbClr val="D17A08"/>
            </a:solidFill>
            <a:prstDash val="dash"/>
            <a:round/>
            <a:headEnd type="none" w="med" len="me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25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3762375" y="5381625"/>
            <a:ext cx="92868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 cap="rnd">
            <a:solidFill>
              <a:srgbClr val="27A7BE"/>
            </a:solidFill>
            <a:prstDash val="dash"/>
            <a:round/>
            <a:headEnd type="none" w="med" len="me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20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6858000" y="4057650"/>
            <a:ext cx="2667000" cy="395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 cap="rnd">
            <a:solidFill>
              <a:srgbClr val="136BB0"/>
            </a:solidFill>
            <a:prstDash val="solid"/>
            <a:round/>
            <a:headEnd type="none" w="med" len="me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1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1477625" y="3057525"/>
            <a:ext cx="47625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 cap="rnd">
            <a:solidFill>
              <a:srgbClr val="136BB0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0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1477625" y="47339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5C3496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1406188" y="6238875"/>
            <a:ext cx="71438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 cap="rnd">
            <a:solidFill>
              <a:srgbClr val="D17A08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49" name="link-legend">
            <a:extLst xmlns:a="http://schemas.openxmlformats.org/drawingml/2006/main">
              <a:ext uri="{FF2B5EF4-FFF2-40B4-BE49-F238E27FC236}">
                <a16:creationId xmlns:a16="http://schemas.microsoft.com/office/drawing/2014/main" id="{8C6C01C9-5190-4D7D-9754-4DE2CC3E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667625"/>
            <a:ext cx="6381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C9D5"/>
            </a:solidFill>
            <a:prstDash val="solid"/>
          </a:ln>
        </p:spPr>
      </p:sp>
      <p:sp>
        <p:nvSpPr>
          <p:cNvPr id="50" name="legend-line-Radio Link">
            <a:extLst xmlns:a="http://schemas.openxmlformats.org/drawingml/2006/main">
              <a:ext uri="{FF2B5EF4-FFF2-40B4-BE49-F238E27FC236}">
                <a16:creationId xmlns:a16="http://schemas.microsoft.com/office/drawing/2014/main" id="{0CB876F1-28CC-476D-BFBA-98409D74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839075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6BB0"/>
            </a:solidFill>
            <a:prstDash val="solid"/>
          </a:ln>
        </p:spPr>
      </p:sp>
      <p:sp>
        <p:nvSpPr>
          <p:cNvPr id="51" name="legend-Radio Link">
            <a:extLst xmlns:a="http://schemas.openxmlformats.org/drawingml/2006/main">
              <a:ext uri="{FF2B5EF4-FFF2-40B4-BE49-F238E27FC236}">
                <a16:creationId xmlns:a16="http://schemas.microsoft.com/office/drawing/2014/main" id="{8E92FA2F-8F76-4726-9432-6DDE7B7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76866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B54"/>
                </a:solidFill>
              </a:defRPr>
            </a:pPr>
            <a:r>
              <a:rPr sz="1200" b="0">
                <a:solidFill>
                  <a:srgbClr val="062B54"/>
                </a:solidFill>
              </a:rPr>
              <a:t>Radio Link</a:t>
            </a:r>
          </a:p>
        </p:txBody>
      </p:sp>
      <p:sp>
        <p:nvSpPr>
          <p:cNvPr id="52" name="legend-line-Acoustic Link">
            <a:extLst xmlns:a="http://schemas.openxmlformats.org/drawingml/2006/main">
              <a:ext uri="{FF2B5EF4-FFF2-40B4-BE49-F238E27FC236}">
                <a16:creationId xmlns:a16="http://schemas.microsoft.com/office/drawing/2014/main" id="{66C09FB3-8BF5-4BBB-9551-76FC0767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39075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A7BE"/>
            </a:solidFill>
            <a:prstDash val="dash"/>
          </a:ln>
        </p:spPr>
      </p:sp>
      <p:sp>
        <p:nvSpPr>
          <p:cNvPr id="53" name="legend-Acoustic Link">
            <a:extLst xmlns:a="http://schemas.openxmlformats.org/drawingml/2006/main">
              <a:ext uri="{FF2B5EF4-FFF2-40B4-BE49-F238E27FC236}">
                <a16:creationId xmlns:a16="http://schemas.microsoft.com/office/drawing/2014/main" id="{0B1C5E9F-B1C7-478D-8F14-DF49E209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68667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B54"/>
                </a:solidFill>
              </a:defRPr>
            </a:pPr>
            <a:r>
              <a:rPr sz="1200" b="0">
                <a:solidFill>
                  <a:srgbClr val="062B54"/>
                </a:solidFill>
              </a:rPr>
              <a:t>Acoustic Link</a:t>
            </a:r>
          </a:p>
        </p:txBody>
      </p:sp>
      <p:sp>
        <p:nvSpPr>
          <p:cNvPr id="54" name="legend-line-Optical Link">
            <a:extLst xmlns:a="http://schemas.openxmlformats.org/drawingml/2006/main">
              <a:ext uri="{FF2B5EF4-FFF2-40B4-BE49-F238E27FC236}">
                <a16:creationId xmlns:a16="http://schemas.microsoft.com/office/drawing/2014/main" id="{47C603D6-5442-4CC5-BCEB-3F7BB0AF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58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7A08"/>
            </a:solidFill>
            <a:prstDash val="dash"/>
          </a:ln>
        </p:spPr>
      </p:sp>
      <p:sp>
        <p:nvSpPr>
          <p:cNvPr id="55" name="legend-Optical Link">
            <a:extLst xmlns:a="http://schemas.openxmlformats.org/drawingml/2006/main">
              <a:ext uri="{FF2B5EF4-FFF2-40B4-BE49-F238E27FC236}">
                <a16:creationId xmlns:a16="http://schemas.microsoft.com/office/drawing/2014/main" id="{EC3D6764-32DD-433B-9216-C13FF5A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7905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B54"/>
                </a:solidFill>
              </a:defRPr>
            </a:pPr>
            <a:r>
              <a:rPr sz="1200" b="0">
                <a:solidFill>
                  <a:srgbClr val="062B54"/>
                </a:solidFill>
              </a:rPr>
              <a:t>Optical Link</a:t>
            </a:r>
          </a:p>
        </p:txBody>
      </p:sp>
      <p:sp>
        <p:nvSpPr>
          <p:cNvPr id="56" name="legend-line-Intermittent / Governance">
            <a:extLst xmlns:a="http://schemas.openxmlformats.org/drawingml/2006/main">
              <a:ext uri="{FF2B5EF4-FFF2-40B4-BE49-F238E27FC236}">
                <a16:creationId xmlns:a16="http://schemas.microsoft.com/office/drawing/2014/main" id="{9FD33087-B337-4F3F-BE8A-DB4ED575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58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C3496"/>
            </a:solidFill>
            <a:prstDash val="dash"/>
          </a:ln>
        </p:spPr>
      </p:sp>
      <p:sp>
        <p:nvSpPr>
          <p:cNvPr id="57" name="legend-Intermittent / Governance">
            <a:extLst xmlns:a="http://schemas.openxmlformats.org/drawingml/2006/main">
              <a:ext uri="{FF2B5EF4-FFF2-40B4-BE49-F238E27FC236}">
                <a16:creationId xmlns:a16="http://schemas.microsoft.com/office/drawing/2014/main" id="{23598F67-7151-4A4F-A746-C0A9068F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905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B54"/>
                </a:solidFill>
              </a:defRPr>
            </a:pPr>
            <a:r>
              <a:rPr sz="1200" b="0">
                <a:solidFill>
                  <a:srgbClr val="062B54"/>
                </a:solidFill>
              </a:rPr>
              <a:t>Intermittent / Governance</a:t>
            </a:r>
          </a:p>
        </p:txBody>
      </p:sp>
      <p:sp>
        <p:nvSpPr>
          <p:cNvPr id="58" name="assurance-governance-label">
            <a:extLst xmlns:a="http://schemas.openxmlformats.org/drawingml/2006/main">
              <a:ext uri="{FF2B5EF4-FFF2-40B4-BE49-F238E27FC236}">
                <a16:creationId xmlns:a16="http://schemas.microsoft.com/office/drawing/2014/main" id="{47F0D54C-A780-47AE-9238-BBACD5B6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191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C3496"/>
                </a:solidFill>
              </a:defRPr>
            </a:pPr>
            <a:r>
              <a:rPr sz="1875" b="1">
                <a:solidFill>
                  <a:srgbClr val="5C3496"/>
                </a:solidFill>
              </a:rPr>
              <a:t>Assurance + Governance</a:t>
            </a:r>
          </a:p>
        </p:txBody>
      </p:sp>
    </p:spTree>
    <p:extLst>
      <p:ext uri="{BB962C8B-B14F-4D97-AF65-F5344CB8AC3E}">
        <p14:creationId xmlns:p14="http://schemas.microsoft.com/office/powerpoint/2010/main" val="1983714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ate-1-arch-ring">
            <a:extLst xmlns:a="http://schemas.openxmlformats.org/drawingml/2006/main">
              <a:ext uri="{FF2B5EF4-FFF2-40B4-BE49-F238E27FC236}">
                <a16:creationId xmlns:a16="http://schemas.microsoft.com/office/drawing/2014/main" id="{E3E4A799-82E8-4D6A-ACAC-4BD94744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9812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062B54"/>
            </a:solidFill>
            <a:prstDash val="solid"/>
          </a:ln>
        </p:spPr>
      </p:sp>
      <p:sp>
        <p:nvSpPr>
          <p:cNvPr id="2" name="gate-1-arch-mask">
            <a:extLst xmlns:a="http://schemas.openxmlformats.org/drawingml/2006/main">
              <a:ext uri="{FF2B5EF4-FFF2-40B4-BE49-F238E27FC236}">
                <a16:creationId xmlns:a16="http://schemas.microsoft.com/office/drawing/2014/main" id="{D7510F5E-83F5-448B-A455-DDF0E89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43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3" name="gate-1-pediment">
            <a:extLst xmlns:a="http://schemas.openxmlformats.org/drawingml/2006/main">
              <a:ext uri="{FF2B5EF4-FFF2-40B4-BE49-F238E27FC236}">
                <a16:creationId xmlns:a16="http://schemas.microsoft.com/office/drawing/2014/main" id="{96030CBA-46DC-41DB-886F-FE9EE30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33450"/>
            <a:ext cx="2476500" cy="7429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4" name="gate-1-beam">
            <a:extLst xmlns:a="http://schemas.openxmlformats.org/drawingml/2006/main">
              <a:ext uri="{FF2B5EF4-FFF2-40B4-BE49-F238E27FC236}">
                <a16:creationId xmlns:a16="http://schemas.microsoft.com/office/drawing/2014/main" id="{AA7A9E86-B1C5-4F62-B7C3-3179B8E9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5" name="gate-1-left-column">
            <a:extLst xmlns:a="http://schemas.openxmlformats.org/drawingml/2006/main">
              <a:ext uri="{FF2B5EF4-FFF2-40B4-BE49-F238E27FC236}">
                <a16:creationId xmlns:a16="http://schemas.microsoft.com/office/drawing/2014/main" id="{18626457-DCCF-47A9-B0C3-D9CD748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gate-1-right-column">
            <a:extLst xmlns:a="http://schemas.openxmlformats.org/drawingml/2006/main">
              <a:ext uri="{FF2B5EF4-FFF2-40B4-BE49-F238E27FC236}">
                <a16:creationId xmlns:a16="http://schemas.microsoft.com/office/drawing/2014/main" id="{65D1BB7D-CC86-47B3-90E0-0C034E72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gate-1-left-capital">
            <a:extLst xmlns:a="http://schemas.openxmlformats.org/drawingml/2006/main">
              <a:ext uri="{FF2B5EF4-FFF2-40B4-BE49-F238E27FC236}">
                <a16:creationId xmlns:a16="http://schemas.microsoft.com/office/drawing/2014/main" id="{F5009047-D8BE-477A-8701-6CAF0859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sp>
        <p:nvSpPr>
          <p:cNvPr id="8" name="gate-1-right-capital">
            <a:extLst xmlns:a="http://schemas.openxmlformats.org/drawingml/2006/main">
              <a:ext uri="{FF2B5EF4-FFF2-40B4-BE49-F238E27FC236}">
                <a16:creationId xmlns:a16="http://schemas.microsoft.com/office/drawing/2014/main" id="{B367A5AC-5785-4E2B-BA07-58C51692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d74a40c8a40ca"/>
          <a:stretch xmlns:a="http://schemas.openxmlformats.org/drawingml/2006/main"/>
        </p:blipFill>
        <p:spPr>
          <a:xfrm xmlns:a="http://schemas.openxmlformats.org/drawingml/2006/main">
            <a:off x="1085850" y="2663337"/>
            <a:ext cx="1028700" cy="1226527"/>
          </a:xfrm>
          <a:prstGeom xmlns:a="http://schemas.openxmlformats.org/drawingml/2006/main" prst="rect">
            <a:avLst/>
          </a:prstGeom>
        </p:spPr>
      </p:pic>
      <p:sp>
        <p:nvSpPr>
          <p:cNvPr id="10" name="gate-1-title">
            <a:extLst xmlns:a="http://schemas.openxmlformats.org/drawingml/2006/main">
              <a:ext uri="{FF2B5EF4-FFF2-40B4-BE49-F238E27FC236}">
                <a16:creationId xmlns:a16="http://schemas.microsoft.com/office/drawing/2014/main" id="{3E87B6D0-8A29-4739-9D15-4BAA5555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638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Observation</a:t>
            </a:r>
          </a:p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Validity</a:t>
            </a:r>
          </a:p>
        </p:txBody>
      </p:sp>
      <p:sp>
        <p:nvSpPr>
          <p:cNvPr id="11" name="gate-1-steps">
            <a:extLst xmlns:a="http://schemas.openxmlformats.org/drawingml/2006/main">
              <a:ext uri="{FF2B5EF4-FFF2-40B4-BE49-F238E27FC236}">
                <a16:creationId xmlns:a16="http://schemas.microsoft.com/office/drawing/2014/main" id="{76BD1E35-C69E-4F9E-A67A-7C3AA3AF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334000"/>
            <a:ext cx="2819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2B54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gate-1-step-highlight">
            <a:extLst xmlns:a="http://schemas.openxmlformats.org/drawingml/2006/main">
              <a:ext uri="{FF2B5EF4-FFF2-40B4-BE49-F238E27FC236}">
                <a16:creationId xmlns:a16="http://schemas.microsoft.com/office/drawing/2014/main" id="{3E5498DC-B6EB-4BFF-80FD-3DD213F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76875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1-number-shield">
            <a:extLst xmlns:a="http://schemas.openxmlformats.org/drawingml/2006/main">
              <a:ext uri="{FF2B5EF4-FFF2-40B4-BE49-F238E27FC236}">
                <a16:creationId xmlns:a16="http://schemas.microsoft.com/office/drawing/2014/main" id="{621EFB6C-E642-47B7-8BE9-AC54150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2450"/>
            <a:ext cx="6096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0955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062B54"/>
                </a:solidFill>
              </a:defRPr>
            </a:pPr>
            <a:r>
              <a:rPr sz="2583" b="1">
                <a:solidFill>
                  <a:srgbClr val="062B54"/>
                </a:solidFill>
              </a:rPr>
              <a:t>1</a:t>
            </a:r>
          </a:p>
        </p:txBody>
      </p:sp>
      <p:sp>
        <p:nvSpPr>
          <p:cNvPr id="14" name="gate-1-check-shield">
            <a:extLst xmlns:a="http://schemas.openxmlformats.org/drawingml/2006/main">
              <a:ext uri="{FF2B5EF4-FFF2-40B4-BE49-F238E27FC236}">
                <a16:creationId xmlns:a16="http://schemas.microsoft.com/office/drawing/2014/main" id="{649930D3-7AB1-46AA-9D28-3C353243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6375"/>
            <a:ext cx="609600" cy="7429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20955">
            <a:solidFill>
              <a:srgbClr val="FFF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57" b="1">
                <a:solidFill>
                  <a:srgbClr val="FFFDF8"/>
                </a:solidFill>
              </a:defRPr>
            </a:pPr>
            <a:r>
              <a:rPr sz="2457" b="1">
                <a:solidFill>
                  <a:srgbClr val="FFFDF8"/>
                </a:solidFill>
              </a:rPr>
              <a:t>✓</a:t>
            </a:r>
          </a:p>
        </p:txBody>
      </p:sp>
      <p:sp>
        <p:nvSpPr>
          <p:cNvPr id="15" name="gate-1-support">
            <a:extLst xmlns:a="http://schemas.openxmlformats.org/drawingml/2006/main">
              <a:ext uri="{FF2B5EF4-FFF2-40B4-BE49-F238E27FC236}">
                <a16:creationId xmlns:a16="http://schemas.microsoft.com/office/drawing/2014/main" id="{1B78A3BA-1641-42F7-908C-4E4A6BC7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096000"/>
            <a:ext cx="2705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23813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gate-1-support-icon">
            <a:extLst xmlns:a="http://schemas.openxmlformats.org/drawingml/2006/main">
              <a:ext uri="{FF2B5EF4-FFF2-40B4-BE49-F238E27FC236}">
                <a16:creationId xmlns:a16="http://schemas.microsoft.com/office/drawing/2014/main" id="{E9F08D74-2779-490B-97F5-67B1C67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6858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85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118590"/>
                </a:solidFill>
              </a:defRPr>
            </a:pPr>
            <a:r>
              <a:rPr sz="2583" b="1">
                <a:solidFill>
                  <a:srgbClr val="118590"/>
                </a:solidFill>
              </a:rPr>
              <a:t>✓</a:t>
            </a:r>
          </a:p>
        </p:txBody>
      </p:sp>
      <p:sp>
        <p:nvSpPr>
          <p:cNvPr id="17" name="gate-1-support-label">
            <a:extLst xmlns:a="http://schemas.openxmlformats.org/drawingml/2006/main">
              <a:ext uri="{FF2B5EF4-FFF2-40B4-BE49-F238E27FC236}">
                <a16:creationId xmlns:a16="http://schemas.microsoft.com/office/drawing/2014/main" id="{B0C39962-E7BB-4C56-8928-DFB1909C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505575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8590"/>
                </a:solidFill>
              </a:defRPr>
            </a:pPr>
            <a:r>
              <a:rPr sz="1650" b="1">
                <a:solidFill>
                  <a:srgbClr val="118590"/>
                </a:solidFill>
              </a:rPr>
              <a:t>Physical</a:t>
            </a:r>
          </a:p>
          <a:p xmlns:a="http://schemas.openxmlformats.org/drawingml/2006/main">
            <a:pPr algn="ctr">
              <a:defRPr sz="1650" b="1">
                <a:solidFill>
                  <a:srgbClr val="118590"/>
                </a:solidFill>
              </a:defRPr>
            </a:pPr>
            <a:r>
              <a:rPr sz="1650" b="1">
                <a:solidFill>
                  <a:srgbClr val="118590"/>
                </a:solidFill>
              </a:rPr>
              <a:t>Corroboration</a:t>
            </a:r>
          </a:p>
        </p:txBody>
      </p:sp>
      <p:sp>
        <p:nvSpPr>
          <p:cNvPr id="18" name="gate-arrow-1">
            <a:extLst xmlns:a="http://schemas.openxmlformats.org/drawingml/2006/main">
              <a:ext uri="{FF2B5EF4-FFF2-40B4-BE49-F238E27FC236}">
                <a16:creationId xmlns:a16="http://schemas.microsoft.com/office/drawing/2014/main" id="{4E6C87D3-069C-4953-9DCE-7426AB96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6858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gate-2-arch-ring">
            <a:extLst xmlns:a="http://schemas.openxmlformats.org/drawingml/2006/main">
              <a:ext uri="{FF2B5EF4-FFF2-40B4-BE49-F238E27FC236}">
                <a16:creationId xmlns:a16="http://schemas.microsoft.com/office/drawing/2014/main" id="{7E9E81E0-A18C-459C-AE57-63F93070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95450"/>
            <a:ext cx="19812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062B54"/>
            </a:solidFill>
            <a:prstDash val="solid"/>
          </a:ln>
        </p:spPr>
      </p:sp>
      <p:sp>
        <p:nvSpPr>
          <p:cNvPr id="20" name="gate-2-arch-mask">
            <a:extLst xmlns:a="http://schemas.openxmlformats.org/drawingml/2006/main">
              <a:ext uri="{FF2B5EF4-FFF2-40B4-BE49-F238E27FC236}">
                <a16:creationId xmlns:a16="http://schemas.microsoft.com/office/drawing/2014/main" id="{05834C70-29D2-47E8-9CCB-2F11720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21" name="gate-2-pediment">
            <a:extLst xmlns:a="http://schemas.openxmlformats.org/drawingml/2006/main">
              <a:ext uri="{FF2B5EF4-FFF2-40B4-BE49-F238E27FC236}">
                <a16:creationId xmlns:a16="http://schemas.microsoft.com/office/drawing/2014/main" id="{68EE82A8-8F01-4B2E-B2D6-A5272888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33450"/>
            <a:ext cx="2476500" cy="7429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22" name="gate-2-beam">
            <a:extLst xmlns:a="http://schemas.openxmlformats.org/drawingml/2006/main">
              <a:ext uri="{FF2B5EF4-FFF2-40B4-BE49-F238E27FC236}">
                <a16:creationId xmlns:a16="http://schemas.microsoft.com/office/drawing/2014/main" id="{921D5651-C34A-4F25-92F3-F0197ED8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049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23" name="gate-2-left-column">
            <a:extLst xmlns:a="http://schemas.openxmlformats.org/drawingml/2006/main">
              <a:ext uri="{FF2B5EF4-FFF2-40B4-BE49-F238E27FC236}">
                <a16:creationId xmlns:a16="http://schemas.microsoft.com/office/drawing/2014/main" id="{8C263DA6-526E-4B6D-9507-4CBDB825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gate-2-right-column">
            <a:extLst xmlns:a="http://schemas.openxmlformats.org/drawingml/2006/main">
              <a:ext uri="{FF2B5EF4-FFF2-40B4-BE49-F238E27FC236}">
                <a16:creationId xmlns:a16="http://schemas.microsoft.com/office/drawing/2014/main" id="{C06AA117-449C-48FA-BD74-36C24C8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gate-2-left-capital">
            <a:extLst xmlns:a="http://schemas.openxmlformats.org/drawingml/2006/main">
              <a:ext uri="{FF2B5EF4-FFF2-40B4-BE49-F238E27FC236}">
                <a16:creationId xmlns:a16="http://schemas.microsoft.com/office/drawing/2014/main" id="{C7D378B7-BA85-41C7-B4D4-4308CB0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sp>
        <p:nvSpPr>
          <p:cNvPr id="26" name="gate-2-right-capital">
            <a:extLst xmlns:a="http://schemas.openxmlformats.org/drawingml/2006/main">
              <a:ext uri="{FF2B5EF4-FFF2-40B4-BE49-F238E27FC236}">
                <a16:creationId xmlns:a16="http://schemas.microsoft.com/office/drawing/2014/main" id="{F4C7FA30-48A4-4EE5-8B8D-8DF41AC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cea5ff2344630"/>
          <a:stretch xmlns:a="http://schemas.openxmlformats.org/drawingml/2006/main"/>
        </p:blipFill>
        <p:spPr>
          <a:xfrm xmlns:a="http://schemas.openxmlformats.org/drawingml/2006/main">
            <a:off x="4648200" y="2691305"/>
            <a:ext cx="1028700" cy="1170590"/>
          </a:xfrm>
          <a:prstGeom xmlns:a="http://schemas.openxmlformats.org/drawingml/2006/main" prst="rect">
            <a:avLst/>
          </a:prstGeom>
        </p:spPr>
      </p:pic>
      <p:sp>
        <p:nvSpPr>
          <p:cNvPr id="28" name="gate-2-title">
            <a:extLst xmlns:a="http://schemas.openxmlformats.org/drawingml/2006/main">
              <a:ext uri="{FF2B5EF4-FFF2-40B4-BE49-F238E27FC236}">
                <a16:creationId xmlns:a16="http://schemas.microsoft.com/office/drawing/2014/main" id="{D707D084-EA30-4203-B135-E80B6D3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638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Provenance</a:t>
            </a:r>
          </a:p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Integrity</a:t>
            </a:r>
          </a:p>
        </p:txBody>
      </p:sp>
      <p:sp>
        <p:nvSpPr>
          <p:cNvPr id="29" name="gate-2-steps">
            <a:extLst xmlns:a="http://schemas.openxmlformats.org/drawingml/2006/main">
              <a:ext uri="{FF2B5EF4-FFF2-40B4-BE49-F238E27FC236}">
                <a16:creationId xmlns:a16="http://schemas.microsoft.com/office/drawing/2014/main" id="{4E58E93D-3937-4D00-95E7-392CD46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34000"/>
            <a:ext cx="2819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2B54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gate-2-step-highlight">
            <a:extLst xmlns:a="http://schemas.openxmlformats.org/drawingml/2006/main">
              <a:ext uri="{FF2B5EF4-FFF2-40B4-BE49-F238E27FC236}">
                <a16:creationId xmlns:a16="http://schemas.microsoft.com/office/drawing/2014/main" id="{39351A61-BC4E-4D7B-B959-9FD96FA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76875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te-2-number-shield">
            <a:extLst xmlns:a="http://schemas.openxmlformats.org/drawingml/2006/main">
              <a:ext uri="{FF2B5EF4-FFF2-40B4-BE49-F238E27FC236}">
                <a16:creationId xmlns:a16="http://schemas.microsoft.com/office/drawing/2014/main" id="{C5763419-AAA2-4CD9-BCA6-B58A16AB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096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0955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062B54"/>
                </a:solidFill>
              </a:defRPr>
            </a:pPr>
            <a:r>
              <a:rPr sz="2583" b="1">
                <a:solidFill>
                  <a:srgbClr val="062B54"/>
                </a:solidFill>
              </a:rPr>
              <a:t>2</a:t>
            </a:r>
          </a:p>
        </p:txBody>
      </p:sp>
      <p:sp>
        <p:nvSpPr>
          <p:cNvPr id="32" name="gate-2-check-shield">
            <a:extLst xmlns:a="http://schemas.openxmlformats.org/drawingml/2006/main">
              <a:ext uri="{FF2B5EF4-FFF2-40B4-BE49-F238E27FC236}">
                <a16:creationId xmlns:a16="http://schemas.microsoft.com/office/drawing/2014/main" id="{D92B4171-3625-43CC-A5E9-03C77448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86375"/>
            <a:ext cx="609600" cy="7429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20955">
            <a:solidFill>
              <a:srgbClr val="FFF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57" b="1">
                <a:solidFill>
                  <a:srgbClr val="FFFDF8"/>
                </a:solidFill>
              </a:defRPr>
            </a:pPr>
            <a:r>
              <a:rPr sz="2457" b="1">
                <a:solidFill>
                  <a:srgbClr val="FFFDF8"/>
                </a:solidFill>
              </a:rPr>
              <a:t>✓</a:t>
            </a:r>
          </a:p>
        </p:txBody>
      </p:sp>
      <p:sp>
        <p:nvSpPr>
          <p:cNvPr id="33" name="gate-2-support">
            <a:extLst xmlns:a="http://schemas.openxmlformats.org/drawingml/2006/main">
              <a:ext uri="{FF2B5EF4-FFF2-40B4-BE49-F238E27FC236}">
                <a16:creationId xmlns:a16="http://schemas.microsoft.com/office/drawing/2014/main" id="{F5221774-88A1-4181-A2FD-28489D9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96000"/>
            <a:ext cx="2705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gate-2-support-icon">
            <a:extLst xmlns:a="http://schemas.openxmlformats.org/drawingml/2006/main">
              <a:ext uri="{FF2B5EF4-FFF2-40B4-BE49-F238E27FC236}">
                <a16:creationId xmlns:a16="http://schemas.microsoft.com/office/drawing/2014/main" id="{B1265D83-BC91-441F-9ED9-91EE18A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524625"/>
            <a:ext cx="6858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5C3496"/>
                </a:solidFill>
              </a:defRPr>
            </a:pPr>
            <a:r>
              <a:rPr sz="2583" b="1">
                <a:solidFill>
                  <a:srgbClr val="5C3496"/>
                </a:solidFill>
              </a:rPr>
              <a:t>▣</a:t>
            </a:r>
          </a:p>
        </p:txBody>
      </p:sp>
      <p:sp>
        <p:nvSpPr>
          <p:cNvPr id="35" name="gate-2-support-label">
            <a:extLst xmlns:a="http://schemas.openxmlformats.org/drawingml/2006/main">
              <a:ext uri="{FF2B5EF4-FFF2-40B4-BE49-F238E27FC236}">
                <a16:creationId xmlns:a16="http://schemas.microsoft.com/office/drawing/2014/main" id="{427AFEB0-516C-48B7-987C-7F61D9F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6505575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C3496"/>
                </a:solidFill>
              </a:defRPr>
            </a:pPr>
            <a:r>
              <a:rPr sz="1650" b="1">
                <a:solidFill>
                  <a:srgbClr val="5C3496"/>
                </a:solidFill>
              </a:rPr>
              <a:t>Privacy</a:t>
            </a:r>
          </a:p>
          <a:p xmlns:a="http://schemas.openxmlformats.org/drawingml/2006/main">
            <a:pPr algn="ctr">
              <a:defRPr sz="1650" b="1">
                <a:solidFill>
                  <a:srgbClr val="5C3496"/>
                </a:solidFill>
              </a:defRPr>
            </a:pPr>
            <a:r>
              <a:rPr sz="1650" b="1">
                <a:solidFill>
                  <a:srgbClr val="5C3496"/>
                </a:solidFill>
              </a:rPr>
              <a:t>Controls</a:t>
            </a:r>
          </a:p>
        </p:txBody>
      </p:sp>
      <p:sp>
        <p:nvSpPr>
          <p:cNvPr id="36" name="gate-arrow-2">
            <a:extLst xmlns:a="http://schemas.openxmlformats.org/drawingml/2006/main">
              <a:ext uri="{FF2B5EF4-FFF2-40B4-BE49-F238E27FC236}">
                <a16:creationId xmlns:a16="http://schemas.microsoft.com/office/drawing/2014/main" id="{BF1BDF5A-5EFE-4E24-8E4C-045DD829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6858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gate-3-arch-ring">
            <a:extLst xmlns:a="http://schemas.openxmlformats.org/drawingml/2006/main">
              <a:ext uri="{FF2B5EF4-FFF2-40B4-BE49-F238E27FC236}">
                <a16:creationId xmlns:a16="http://schemas.microsoft.com/office/drawing/2014/main" id="{5951EE01-8D04-4A74-BF26-67C0287F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95450"/>
            <a:ext cx="19812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062B54"/>
            </a:solidFill>
            <a:prstDash val="solid"/>
          </a:ln>
        </p:spPr>
      </p:sp>
      <p:sp>
        <p:nvSpPr>
          <p:cNvPr id="38" name="gate-3-arch-mask">
            <a:extLst xmlns:a="http://schemas.openxmlformats.org/drawingml/2006/main">
              <a:ext uri="{FF2B5EF4-FFF2-40B4-BE49-F238E27FC236}">
                <a16:creationId xmlns:a16="http://schemas.microsoft.com/office/drawing/2014/main" id="{92C63E34-42A2-45A6-B46D-3300DAA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39" name="gate-3-pediment">
            <a:extLst xmlns:a="http://schemas.openxmlformats.org/drawingml/2006/main">
              <a:ext uri="{FF2B5EF4-FFF2-40B4-BE49-F238E27FC236}">
                <a16:creationId xmlns:a16="http://schemas.microsoft.com/office/drawing/2014/main" id="{EF045260-A781-4171-B936-2864A13A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33450"/>
            <a:ext cx="2476500" cy="7429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40" name="gate-3-beam">
            <a:extLst xmlns:a="http://schemas.openxmlformats.org/drawingml/2006/main">
              <a:ext uri="{FF2B5EF4-FFF2-40B4-BE49-F238E27FC236}">
                <a16:creationId xmlns:a16="http://schemas.microsoft.com/office/drawing/2014/main" id="{15A3E9BC-0293-46C9-84C4-408EBAC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049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41" name="gate-3-left-column">
            <a:extLst xmlns:a="http://schemas.openxmlformats.org/drawingml/2006/main">
              <a:ext uri="{FF2B5EF4-FFF2-40B4-BE49-F238E27FC236}">
                <a16:creationId xmlns:a16="http://schemas.microsoft.com/office/drawing/2014/main" id="{30A926C7-DE6E-436F-AC65-65402F86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gate-3-right-column">
            <a:extLst xmlns:a="http://schemas.openxmlformats.org/drawingml/2006/main">
              <a:ext uri="{FF2B5EF4-FFF2-40B4-BE49-F238E27FC236}">
                <a16:creationId xmlns:a16="http://schemas.microsoft.com/office/drawing/2014/main" id="{685847E0-12AB-4E13-B6DC-44C6B466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gate-3-left-capital">
            <a:extLst xmlns:a="http://schemas.openxmlformats.org/drawingml/2006/main">
              <a:ext uri="{FF2B5EF4-FFF2-40B4-BE49-F238E27FC236}">
                <a16:creationId xmlns:a16="http://schemas.microsoft.com/office/drawing/2014/main" id="{FAD8C1E6-1A7A-4211-8048-EB65E6FB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sp>
        <p:nvSpPr>
          <p:cNvPr id="44" name="gate-3-right-capital">
            <a:extLst xmlns:a="http://schemas.openxmlformats.org/drawingml/2006/main">
              <a:ext uri="{FF2B5EF4-FFF2-40B4-BE49-F238E27FC236}">
                <a16:creationId xmlns:a16="http://schemas.microsoft.com/office/drawing/2014/main" id="{775D06B5-2FC5-4734-BAB6-F19A083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edda1b1774559"/>
          <a:stretch xmlns:a="http://schemas.openxmlformats.org/drawingml/2006/main"/>
        </p:blipFill>
        <p:spPr>
          <a:xfrm xmlns:a="http://schemas.openxmlformats.org/drawingml/2006/main">
            <a:off x="8210550" y="2709041"/>
            <a:ext cx="1028700" cy="1135117"/>
          </a:xfrm>
          <a:prstGeom xmlns:a="http://schemas.openxmlformats.org/drawingml/2006/main" prst="rect">
            <a:avLst/>
          </a:prstGeom>
        </p:spPr>
      </p:pic>
      <p:sp>
        <p:nvSpPr>
          <p:cNvPr id="46" name="gate-3-title">
            <a:extLst xmlns:a="http://schemas.openxmlformats.org/drawingml/2006/main">
              <a:ext uri="{FF2B5EF4-FFF2-40B4-BE49-F238E27FC236}">
                <a16:creationId xmlns:a16="http://schemas.microsoft.com/office/drawing/2014/main" id="{08EB1CE6-3A33-45DC-A90F-F3021E9B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638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Ledger</a:t>
            </a:r>
          </a:p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Consistency</a:t>
            </a:r>
          </a:p>
        </p:txBody>
      </p:sp>
      <p:sp>
        <p:nvSpPr>
          <p:cNvPr id="47" name="gate-3-steps">
            <a:extLst xmlns:a="http://schemas.openxmlformats.org/drawingml/2006/main">
              <a:ext uri="{FF2B5EF4-FFF2-40B4-BE49-F238E27FC236}">
                <a16:creationId xmlns:a16="http://schemas.microsoft.com/office/drawing/2014/main" id="{2D58CC90-F4F2-4FFA-BBBB-4B60AB95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34000"/>
            <a:ext cx="2819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2B54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gate-3-step-highlight">
            <a:extLst xmlns:a="http://schemas.openxmlformats.org/drawingml/2006/main">
              <a:ext uri="{FF2B5EF4-FFF2-40B4-BE49-F238E27FC236}">
                <a16:creationId xmlns:a16="http://schemas.microsoft.com/office/drawing/2014/main" id="{F48EB1F6-ED67-4FD0-872A-9AFD5A7C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76875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ate-3-number-shield">
            <a:extLst xmlns:a="http://schemas.openxmlformats.org/drawingml/2006/main">
              <a:ext uri="{FF2B5EF4-FFF2-40B4-BE49-F238E27FC236}">
                <a16:creationId xmlns:a16="http://schemas.microsoft.com/office/drawing/2014/main" id="{85839C4F-BD9E-48BB-AC01-6148082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"/>
            <a:ext cx="6096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0955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062B54"/>
                </a:solidFill>
              </a:defRPr>
            </a:pPr>
            <a:r>
              <a:rPr sz="2583" b="1">
                <a:solidFill>
                  <a:srgbClr val="062B54"/>
                </a:solidFill>
              </a:rPr>
              <a:t>3</a:t>
            </a:r>
          </a:p>
        </p:txBody>
      </p:sp>
      <p:sp>
        <p:nvSpPr>
          <p:cNvPr id="50" name="gate-3-check-shield">
            <a:extLst xmlns:a="http://schemas.openxmlformats.org/drawingml/2006/main">
              <a:ext uri="{FF2B5EF4-FFF2-40B4-BE49-F238E27FC236}">
                <a16:creationId xmlns:a16="http://schemas.microsoft.com/office/drawing/2014/main" id="{DB929777-2A56-4403-873D-E0A3E455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86375"/>
            <a:ext cx="609600" cy="7429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20955">
            <a:solidFill>
              <a:srgbClr val="FFF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57" b="1">
                <a:solidFill>
                  <a:srgbClr val="FFFDF8"/>
                </a:solidFill>
              </a:defRPr>
            </a:pPr>
            <a:r>
              <a:rPr sz="2457" b="1">
                <a:solidFill>
                  <a:srgbClr val="FFFDF8"/>
                </a:solidFill>
              </a:rPr>
              <a:t>✓</a:t>
            </a:r>
          </a:p>
        </p:txBody>
      </p:sp>
      <p:sp>
        <p:nvSpPr>
          <p:cNvPr id="51" name="gate-3-support">
            <a:extLst xmlns:a="http://schemas.openxmlformats.org/drawingml/2006/main">
              <a:ext uri="{FF2B5EF4-FFF2-40B4-BE49-F238E27FC236}">
                <a16:creationId xmlns:a16="http://schemas.microsoft.com/office/drawing/2014/main" id="{36F12C78-8EE2-4CB8-8ED9-168DC48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096000"/>
            <a:ext cx="2705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23813">
            <a:solidFill>
              <a:srgbClr val="C793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gate-3-support-icon">
            <a:extLst xmlns:a="http://schemas.openxmlformats.org/drawingml/2006/main">
              <a:ext uri="{FF2B5EF4-FFF2-40B4-BE49-F238E27FC236}">
                <a16:creationId xmlns:a16="http://schemas.microsoft.com/office/drawing/2014/main" id="{773C410D-0894-4A06-AADA-83B3BCF7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6858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C793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C79332"/>
                </a:solidFill>
              </a:defRPr>
            </a:pPr>
            <a:r>
              <a:rPr sz="2583" b="1">
                <a:solidFill>
                  <a:srgbClr val="C79332"/>
                </a:solidFill>
              </a:rPr>
              <a:t>▤</a:t>
            </a:r>
          </a:p>
        </p:txBody>
      </p:sp>
      <p:sp>
        <p:nvSpPr>
          <p:cNvPr id="53" name="gate-3-support-label">
            <a:extLst xmlns:a="http://schemas.openxmlformats.org/drawingml/2006/main">
              <a:ext uri="{FF2B5EF4-FFF2-40B4-BE49-F238E27FC236}">
                <a16:creationId xmlns:a16="http://schemas.microsoft.com/office/drawing/2014/main" id="{1A68B9D8-87E2-4681-8C1D-82B4623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505575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9332"/>
                </a:solidFill>
              </a:defRPr>
            </a:pPr>
            <a:r>
              <a:rPr sz="1650" b="1">
                <a:solidFill>
                  <a:srgbClr val="C79332"/>
                </a:solidFill>
              </a:rPr>
              <a:t>Endpoint</a:t>
            </a:r>
          </a:p>
          <a:p xmlns:a="http://schemas.openxmlformats.org/drawingml/2006/main">
            <a:pPr algn="ctr">
              <a:defRPr sz="1650" b="1">
                <a:solidFill>
                  <a:srgbClr val="C79332"/>
                </a:solidFill>
              </a:defRPr>
            </a:pPr>
            <a:r>
              <a:rPr sz="1650" b="1">
                <a:solidFill>
                  <a:srgbClr val="C79332"/>
                </a:solidFill>
              </a:rPr>
              <a:t>Integrity</a:t>
            </a:r>
          </a:p>
        </p:txBody>
      </p:sp>
      <p:sp>
        <p:nvSpPr>
          <p:cNvPr id="54" name="gate-arrow-3">
            <a:extLst xmlns:a="http://schemas.openxmlformats.org/drawingml/2006/main">
              <a:ext uri="{FF2B5EF4-FFF2-40B4-BE49-F238E27FC236}">
                <a16:creationId xmlns:a16="http://schemas.microsoft.com/office/drawing/2014/main" id="{AE5CBFC4-BB09-487A-9F31-36147AA2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43250"/>
            <a:ext cx="6858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gate-4-arch-ring">
            <a:extLst xmlns:a="http://schemas.openxmlformats.org/drawingml/2006/main">
              <a:ext uri="{FF2B5EF4-FFF2-40B4-BE49-F238E27FC236}">
                <a16:creationId xmlns:a16="http://schemas.microsoft.com/office/drawing/2014/main" id="{41711302-1537-44FA-9E71-73124082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695450"/>
            <a:ext cx="19812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062B54"/>
            </a:solidFill>
            <a:prstDash val="solid"/>
          </a:ln>
        </p:spPr>
      </p:sp>
      <p:sp>
        <p:nvSpPr>
          <p:cNvPr id="56" name="gate-4-arch-mask">
            <a:extLst xmlns:a="http://schemas.openxmlformats.org/drawingml/2006/main">
              <a:ext uri="{FF2B5EF4-FFF2-40B4-BE49-F238E27FC236}">
                <a16:creationId xmlns:a16="http://schemas.microsoft.com/office/drawing/2014/main" id="{38531ACB-28F6-4393-BC75-C984319D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143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57" name="gate-4-pediment">
            <a:extLst xmlns:a="http://schemas.openxmlformats.org/drawingml/2006/main">
              <a:ext uri="{FF2B5EF4-FFF2-40B4-BE49-F238E27FC236}">
                <a16:creationId xmlns:a16="http://schemas.microsoft.com/office/drawing/2014/main" id="{5816E0F4-C8C6-4B83-8A01-0AD3E54C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33450"/>
            <a:ext cx="2476500" cy="7429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58" name="gate-4-beam">
            <a:extLst xmlns:a="http://schemas.openxmlformats.org/drawingml/2006/main">
              <a:ext uri="{FF2B5EF4-FFF2-40B4-BE49-F238E27FC236}">
                <a16:creationId xmlns:a16="http://schemas.microsoft.com/office/drawing/2014/main" id="{41CBB65A-58FE-4BCE-9D4F-C73E0F11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049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59" name="gate-4-left-column">
            <a:extLst xmlns:a="http://schemas.openxmlformats.org/drawingml/2006/main">
              <a:ext uri="{FF2B5EF4-FFF2-40B4-BE49-F238E27FC236}">
                <a16:creationId xmlns:a16="http://schemas.microsoft.com/office/drawing/2014/main" id="{467E6111-044C-4EB3-88DD-9E25A31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gate-4-right-column">
            <a:extLst xmlns:a="http://schemas.openxmlformats.org/drawingml/2006/main">
              <a:ext uri="{FF2B5EF4-FFF2-40B4-BE49-F238E27FC236}">
                <a16:creationId xmlns:a16="http://schemas.microsoft.com/office/drawing/2014/main" id="{DBB790D3-EF90-4655-A691-FEFB3EFB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1714500"/>
            <a:ext cx="419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E8A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gate-4-left-capital">
            <a:extLst xmlns:a="http://schemas.openxmlformats.org/drawingml/2006/main">
              <a:ext uri="{FF2B5EF4-FFF2-40B4-BE49-F238E27FC236}">
                <a16:creationId xmlns:a16="http://schemas.microsoft.com/office/drawing/2014/main" id="{D341BB75-3DE2-47B9-96FF-9EAB5CF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sp>
        <p:nvSpPr>
          <p:cNvPr id="62" name="gate-4-right-capital">
            <a:extLst xmlns:a="http://schemas.openxmlformats.org/drawingml/2006/main">
              <a:ext uri="{FF2B5EF4-FFF2-40B4-BE49-F238E27FC236}">
                <a16:creationId xmlns:a16="http://schemas.microsoft.com/office/drawing/2014/main" id="{036D1A97-5D3E-45E2-8349-437E78EF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7145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44b0963de4ea0"/>
          <a:stretch xmlns:a="http://schemas.openxmlformats.org/drawingml/2006/main"/>
        </p:blipFill>
        <p:spPr>
          <a:xfrm xmlns:a="http://schemas.openxmlformats.org/drawingml/2006/main">
            <a:off x="11772900" y="2745658"/>
            <a:ext cx="1028700" cy="1061884"/>
          </a:xfrm>
          <a:prstGeom xmlns:a="http://schemas.openxmlformats.org/drawingml/2006/main" prst="rect">
            <a:avLst/>
          </a:prstGeom>
        </p:spPr>
      </p:pic>
      <p:sp>
        <p:nvSpPr>
          <p:cNvPr id="64" name="gate-4-title">
            <a:extLst xmlns:a="http://schemas.openxmlformats.org/drawingml/2006/main">
              <a:ext uri="{FF2B5EF4-FFF2-40B4-BE49-F238E27FC236}">
                <a16:creationId xmlns:a16="http://schemas.microsoft.com/office/drawing/2014/main" id="{2AFFFF78-64CC-440B-9B9D-324EFB9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000500"/>
            <a:ext cx="1638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Mission</a:t>
            </a:r>
          </a:p>
          <a:p xmlns:a="http://schemas.openxmlformats.org/drawingml/2006/main">
            <a:pPr algn="ctr">
              <a:defRPr sz="2175" b="1">
                <a:solidFill>
                  <a:srgbClr val="062B54"/>
                </a:solidFill>
              </a:defRPr>
            </a:pPr>
            <a:r>
              <a:rPr sz="2175" b="1">
                <a:solidFill>
                  <a:srgbClr val="062B54"/>
                </a:solidFill>
              </a:rPr>
              <a:t>Suitability</a:t>
            </a:r>
          </a:p>
        </p:txBody>
      </p:sp>
      <p:sp>
        <p:nvSpPr>
          <p:cNvPr id="65" name="gate-4-steps">
            <a:extLst xmlns:a="http://schemas.openxmlformats.org/drawingml/2006/main">
              <a:ext uri="{FF2B5EF4-FFF2-40B4-BE49-F238E27FC236}">
                <a16:creationId xmlns:a16="http://schemas.microsoft.com/office/drawing/2014/main" id="{93A58604-F79F-43CE-9C09-5FE2197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334000"/>
            <a:ext cx="2819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62B54"/>
          </a:solidFill>
          <a:ln xmlns:a="http://schemas.openxmlformats.org/drawingml/2006/main" w="19050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gate-4-step-highlight">
            <a:extLst xmlns:a="http://schemas.openxmlformats.org/drawingml/2006/main">
              <a:ext uri="{FF2B5EF4-FFF2-40B4-BE49-F238E27FC236}">
                <a16:creationId xmlns:a16="http://schemas.microsoft.com/office/drawing/2014/main" id="{651C1B60-EF61-4025-AE1B-692D3CDA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476875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gate-4-number-shield">
            <a:extLst xmlns:a="http://schemas.openxmlformats.org/drawingml/2006/main">
              <a:ext uri="{FF2B5EF4-FFF2-40B4-BE49-F238E27FC236}">
                <a16:creationId xmlns:a16="http://schemas.microsoft.com/office/drawing/2014/main" id="{FD4E2649-04F7-4E07-B315-ECFABE44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52450"/>
            <a:ext cx="6096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0955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062B54"/>
                </a:solidFill>
              </a:defRPr>
            </a:pPr>
            <a:r>
              <a:rPr sz="2583" b="1">
                <a:solidFill>
                  <a:srgbClr val="062B54"/>
                </a:solidFill>
              </a:rPr>
              <a:t>4</a:t>
            </a:r>
          </a:p>
        </p:txBody>
      </p:sp>
      <p:sp>
        <p:nvSpPr>
          <p:cNvPr id="68" name="gate-4-check-shield">
            <a:extLst xmlns:a="http://schemas.openxmlformats.org/drawingml/2006/main">
              <a:ext uri="{FF2B5EF4-FFF2-40B4-BE49-F238E27FC236}">
                <a16:creationId xmlns:a16="http://schemas.microsoft.com/office/drawing/2014/main" id="{AD24608B-767F-45D4-9095-70E1F3F6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286375"/>
            <a:ext cx="609600" cy="7429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20955">
            <a:solidFill>
              <a:srgbClr val="FFF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57" b="1">
                <a:solidFill>
                  <a:srgbClr val="FFFDF8"/>
                </a:solidFill>
              </a:defRPr>
            </a:pPr>
            <a:r>
              <a:rPr sz="2457" b="1">
                <a:solidFill>
                  <a:srgbClr val="FFFDF8"/>
                </a:solidFill>
              </a:rPr>
              <a:t>✓</a:t>
            </a:r>
          </a:p>
        </p:txBody>
      </p:sp>
      <p:sp>
        <p:nvSpPr>
          <p:cNvPr id="69" name="gate-4-support">
            <a:extLst xmlns:a="http://schemas.openxmlformats.org/drawingml/2006/main">
              <a:ext uri="{FF2B5EF4-FFF2-40B4-BE49-F238E27FC236}">
                <a16:creationId xmlns:a16="http://schemas.microsoft.com/office/drawing/2014/main" id="{C6D0E09D-A892-404D-9189-3681F95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0"/>
            <a:ext cx="2705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23813">
            <a:solidFill>
              <a:srgbClr val="EF5C4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0" name="gate-4-support-icon">
            <a:extLst xmlns:a="http://schemas.openxmlformats.org/drawingml/2006/main">
              <a:ext uri="{FF2B5EF4-FFF2-40B4-BE49-F238E27FC236}">
                <a16:creationId xmlns:a16="http://schemas.microsoft.com/office/drawing/2014/main" id="{86EC2C60-9A35-4283-9D0A-1E8C175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685800" cy="7810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EF5C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83" b="1">
                <a:solidFill>
                  <a:srgbClr val="EF5C40"/>
                </a:solidFill>
              </a:defRPr>
            </a:pPr>
            <a:r>
              <a:rPr sz="2583" b="1">
                <a:solidFill>
                  <a:srgbClr val="EF5C40"/>
                </a:solidFill>
              </a:rPr>
              <a:t>↗</a:t>
            </a:r>
          </a:p>
        </p:txBody>
      </p:sp>
      <p:sp>
        <p:nvSpPr>
          <p:cNvPr id="71" name="gate-4-support-label">
            <a:extLst xmlns:a="http://schemas.openxmlformats.org/drawingml/2006/main">
              <a:ext uri="{FF2B5EF4-FFF2-40B4-BE49-F238E27FC236}">
                <a16:creationId xmlns:a16="http://schemas.microsoft.com/office/drawing/2014/main" id="{65EFEC92-ED1F-4AC8-83D1-5628536C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505575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C40"/>
                </a:solidFill>
              </a:defRPr>
            </a:pPr>
            <a:r>
              <a:rPr sz="1650" b="1">
                <a:solidFill>
                  <a:srgbClr val="EF5C40"/>
                </a:solidFill>
              </a:rPr>
              <a:t>Context +</a:t>
            </a:r>
          </a:p>
          <a:p xmlns:a="http://schemas.openxmlformats.org/drawingml/2006/main">
            <a:pPr algn="ctr">
              <a:defRPr sz="1650" b="1">
                <a:solidFill>
                  <a:srgbClr val="EF5C40"/>
                </a:solidFill>
              </a:defRPr>
            </a:pPr>
            <a:r>
              <a:rPr sz="1650" b="1">
                <a:solidFill>
                  <a:srgbClr val="EF5C40"/>
                </a:solidFill>
              </a:rPr>
              <a:t>Consequence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b0f1ce39b4f48"/>
          <a:stretch xmlns:a="http://schemas.openxmlformats.org/drawingml/2006/main"/>
        </p:blipFill>
        <p:spPr>
          <a:xfrm xmlns:a="http://schemas.openxmlformats.org/drawingml/2006/main">
            <a:off x="13906500" y="2863453"/>
            <a:ext cx="1238250" cy="27979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6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cross-cutting-assurance-boundary">
            <a:extLst xmlns:a="http://schemas.openxmlformats.org/drawingml/2006/main">
              <a:ext uri="{FF2B5EF4-FFF2-40B4-BE49-F238E27FC236}">
                <a16:creationId xmlns:a16="http://schemas.microsoft.com/office/drawing/2014/main" id="{65D2FE47-D080-4DE1-9550-F3A4837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4097000" cy="7810500"/>
          </a:xfrm>
          <a:prstGeom xmlns:a="http://schemas.openxmlformats.org/drawingml/2006/main" prst="parallelogram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7A7BC"/>
            </a:solidFill>
            <a:prstDash val="dash"/>
          </a:ln>
        </p:spPr>
      </p:sp>
      <p:sp>
        <p:nvSpPr>
          <p:cNvPr id="2" name="trust-objects-title">
            <a:extLst xmlns:a="http://schemas.openxmlformats.org/drawingml/2006/main">
              <a:ext uri="{FF2B5EF4-FFF2-40B4-BE49-F238E27FC236}">
                <a16:creationId xmlns:a16="http://schemas.microsoft.com/office/drawing/2014/main" id="{27700AA8-17C4-4CB3-81F8-FC6F7F2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62B54"/>
                </a:solidFill>
              </a:defRPr>
            </a:pPr>
            <a:r>
              <a:rPr sz="2400" b="1">
                <a:solidFill>
                  <a:srgbClr val="062B54"/>
                </a:solidFill>
              </a:rPr>
              <a:t>TRUST OBJECTS</a:t>
            </a:r>
          </a:p>
        </p:txBody>
      </p:sp>
      <p:sp>
        <p:nvSpPr>
          <p:cNvPr id="3" name="assurance-layers-title">
            <a:extLst xmlns:a="http://schemas.openxmlformats.org/drawingml/2006/main">
              <a:ext uri="{FF2B5EF4-FFF2-40B4-BE49-F238E27FC236}">
                <a16:creationId xmlns:a16="http://schemas.microsoft.com/office/drawing/2014/main" id="{94C0E222-79C7-4782-9F4B-EBBE090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142875" y="32861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ASSURANCE LAYERS</a:t>
            </a:r>
          </a:p>
        </p:txBody>
      </p:sp>
      <p:sp>
        <p:nvSpPr>
          <p:cNvPr id="4" name="cross-cutting-title">
            <a:extLst xmlns:a="http://schemas.openxmlformats.org/drawingml/2006/main">
              <a:ext uri="{FF2B5EF4-FFF2-40B4-BE49-F238E27FC236}">
                <a16:creationId xmlns:a16="http://schemas.microsoft.com/office/drawing/2014/main" id="{816D510F-5D88-47D3-A28B-AC6DE3A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239750" y="2952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CROSS-CUTTING ASSURANCE</a:t>
            </a:r>
          </a:p>
          <a:p xmlns:a="http://schemas.openxmlformats.org/drawingml/2006/main">
            <a:pPr algn="ctr"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AND GOVERNANCE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24b42de0d4acf"/>
          <a:srcRect xmlns:a="http://schemas.openxmlformats.org/drawingml/2006/main" l="0" t="581" r="0" b="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9550" y="6667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6" name="trust-object-1-header">
            <a:extLst xmlns:a="http://schemas.openxmlformats.org/drawingml/2006/main">
              <a:ext uri="{FF2B5EF4-FFF2-40B4-BE49-F238E27FC236}">
                <a16:creationId xmlns:a16="http://schemas.microsoft.com/office/drawing/2014/main" id="{A2DECE58-44C7-42BA-93FC-52ACD58B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14288">
            <a:solidFill>
              <a:srgbClr val="0D47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7" name="trust-object-1-column-wash">
            <a:extLst xmlns:a="http://schemas.openxmlformats.org/drawingml/2006/main">
              <a:ext uri="{FF2B5EF4-FFF2-40B4-BE49-F238E27FC236}">
                <a16:creationId xmlns:a16="http://schemas.microsoft.com/office/drawing/2014/main" id="{96EF73D2-6EAB-4CF7-97D6-885C1860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363a99efc4240"/>
          <a:srcRect xmlns:a="http://schemas.openxmlformats.org/drawingml/2006/main" l="4737" t="0" r="47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6667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9" name="trust-object-2-header">
            <a:extLst xmlns:a="http://schemas.openxmlformats.org/drawingml/2006/main">
              <a:ext uri="{FF2B5EF4-FFF2-40B4-BE49-F238E27FC236}">
                <a16:creationId xmlns:a16="http://schemas.microsoft.com/office/drawing/2014/main" id="{8648BDD1-45A5-453F-B6EE-FB05044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811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90"/>
          </a:solidFill>
          <a:ln xmlns:a="http://schemas.openxmlformats.org/drawingml/2006/main" w="14288">
            <a:solidFill>
              <a:srgbClr val="1185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Platform / Device</a:t>
            </a:r>
          </a:p>
        </p:txBody>
      </p:sp>
      <p:sp>
        <p:nvSpPr>
          <p:cNvPr id="10" name="trust-object-2-column-wash">
            <a:extLst xmlns:a="http://schemas.openxmlformats.org/drawingml/2006/main">
              <a:ext uri="{FF2B5EF4-FFF2-40B4-BE49-F238E27FC236}">
                <a16:creationId xmlns:a16="http://schemas.microsoft.com/office/drawing/2014/main" id="{EF7BCD72-8D0F-467A-983D-430BC863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2095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3d1fc21d04252"/>
          <a:srcRect xmlns:a="http://schemas.openxmlformats.org/drawingml/2006/main" l="4737" t="0" r="47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6667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12" name="trust-object-3-header">
            <a:extLst xmlns:a="http://schemas.openxmlformats.org/drawingml/2006/main">
              <a:ext uri="{FF2B5EF4-FFF2-40B4-BE49-F238E27FC236}">
                <a16:creationId xmlns:a16="http://schemas.microsoft.com/office/drawing/2014/main" id="{BCBB42B4-8DD7-4E1E-9210-AE5D4F12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A08"/>
          </a:solidFill>
          <a:ln xmlns:a="http://schemas.openxmlformats.org/drawingml/2006/main" w="14288">
            <a:solidFill>
              <a:srgbClr val="D17A0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Link / Path</a:t>
            </a:r>
          </a:p>
        </p:txBody>
      </p:sp>
      <p:sp>
        <p:nvSpPr>
          <p:cNvPr id="13" name="trust-object-3-column-wash">
            <a:extLst xmlns:a="http://schemas.openxmlformats.org/drawingml/2006/main">
              <a:ext uri="{FF2B5EF4-FFF2-40B4-BE49-F238E27FC236}">
                <a16:creationId xmlns:a16="http://schemas.microsoft.com/office/drawing/2014/main" id="{F55F5F1D-3EAE-493C-9F74-AB2F8528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2095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a70aa207247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6667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15" name="trust-object-4-header">
            <a:extLst xmlns:a="http://schemas.openxmlformats.org/drawingml/2006/main">
              <a:ext uri="{FF2B5EF4-FFF2-40B4-BE49-F238E27FC236}">
                <a16:creationId xmlns:a16="http://schemas.microsoft.com/office/drawing/2014/main" id="{095B8C6A-0E79-421A-96BD-E51E7F02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811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3496"/>
          </a:solidFill>
          <a:ln xmlns:a="http://schemas.openxmlformats.org/drawingml/2006/main" w="14288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Data Product</a:t>
            </a:r>
          </a:p>
        </p:txBody>
      </p:sp>
      <p:sp>
        <p:nvSpPr>
          <p:cNvPr id="16" name="trust-object-4-column-wash">
            <a:extLst xmlns:a="http://schemas.openxmlformats.org/drawingml/2006/main">
              <a:ext uri="{FF2B5EF4-FFF2-40B4-BE49-F238E27FC236}">
                <a16:creationId xmlns:a16="http://schemas.microsoft.com/office/drawing/2014/main" id="{01491916-3A2D-4DB5-9C11-00BF7829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2095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ssurance-layer-1-band">
            <a:extLst xmlns:a="http://schemas.openxmlformats.org/drawingml/2006/main">
              <a:ext uri="{FF2B5EF4-FFF2-40B4-BE49-F238E27FC236}">
                <a16:creationId xmlns:a16="http://schemas.microsoft.com/office/drawing/2014/main" id="{1339AC7A-6EEB-4716-B70F-10480004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a3680baba48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625" y="2028825"/>
            <a:ext cx="685800" cy="685800"/>
          </a:xfrm>
          <a:prstGeom xmlns:a="http://schemas.openxmlformats.org/drawingml/2006/main" prst="ellipse">
            <a:avLst/>
          </a:prstGeom>
        </p:spPr>
      </p:pic>
      <p:sp>
        <p:nvSpPr>
          <p:cNvPr id="19" name="assurance-layer-1-label">
            <a:extLst xmlns:a="http://schemas.openxmlformats.org/drawingml/2006/main">
              <a:ext uri="{FF2B5EF4-FFF2-40B4-BE49-F238E27FC236}">
                <a16:creationId xmlns:a16="http://schemas.microsoft.com/office/drawing/2014/main" id="{98C9AABC-9033-4FC3-A3D4-F8FC45B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0025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Observation</a:t>
            </a:r>
          </a:p>
        </p:txBody>
      </p:sp>
      <p:sp>
        <p:nvSpPr>
          <p:cNvPr id="20" name="oal-cell-1-1">
            <a:extLst xmlns:a="http://schemas.openxmlformats.org/drawingml/2006/main">
              <a:ext uri="{FF2B5EF4-FFF2-40B4-BE49-F238E27FC236}">
                <a16:creationId xmlns:a16="http://schemas.microsoft.com/office/drawing/2014/main" id="{5625BD65-EA07-4EFB-B892-F1DF1F3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D477A"/>
            </a:solidFill>
            <a:prstDash val="solid"/>
          </a:ln>
        </p:spPr>
      </p:sp>
      <p:sp>
        <p:nvSpPr>
          <p:cNvPr id="21" name="oal-node-1-1">
            <a:extLst xmlns:a="http://schemas.openxmlformats.org/drawingml/2006/main">
              <a:ext uri="{FF2B5EF4-FFF2-40B4-BE49-F238E27FC236}">
                <a16:creationId xmlns:a16="http://schemas.microsoft.com/office/drawing/2014/main" id="{5FC80CBC-27DD-41F0-98E6-4803F08A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14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9525">
            <a:solidFill>
              <a:srgbClr val="0D477A"/>
            </a:solidFill>
            <a:prstDash val="solid"/>
          </a:ln>
        </p:spPr>
      </p:sp>
      <p:sp>
        <p:nvSpPr>
          <p:cNvPr id="22" name="oal-cell-1-2">
            <a:extLst xmlns:a="http://schemas.openxmlformats.org/drawingml/2006/main">
              <a:ext uri="{FF2B5EF4-FFF2-40B4-BE49-F238E27FC236}">
                <a16:creationId xmlns:a16="http://schemas.microsoft.com/office/drawing/2014/main" id="{ED192012-BDBC-4F60-B6AE-27A90BC6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8590"/>
            </a:solidFill>
            <a:prstDash val="solid"/>
          </a:ln>
        </p:spPr>
      </p:sp>
      <p:sp>
        <p:nvSpPr>
          <p:cNvPr id="23" name="oal-node-1-2">
            <a:extLst xmlns:a="http://schemas.openxmlformats.org/drawingml/2006/main">
              <a:ext uri="{FF2B5EF4-FFF2-40B4-BE49-F238E27FC236}">
                <a16:creationId xmlns:a16="http://schemas.microsoft.com/office/drawing/2014/main" id="{C5C2E6D4-2FA0-47B4-A12C-B7166B36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14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8590"/>
          </a:solidFill>
          <a:ln xmlns:a="http://schemas.openxmlformats.org/drawingml/2006/main" w="9525">
            <a:solidFill>
              <a:srgbClr val="118590"/>
            </a:solidFill>
            <a:prstDash val="solid"/>
          </a:ln>
        </p:spPr>
      </p:sp>
      <p:sp>
        <p:nvSpPr>
          <p:cNvPr id="24" name="oal-cell-1-3">
            <a:extLst xmlns:a="http://schemas.openxmlformats.org/drawingml/2006/main">
              <a:ext uri="{FF2B5EF4-FFF2-40B4-BE49-F238E27FC236}">
                <a16:creationId xmlns:a16="http://schemas.microsoft.com/office/drawing/2014/main" id="{63710644-B1E3-48DD-A31D-05A0F9B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17A08"/>
            </a:solidFill>
            <a:prstDash val="solid"/>
          </a:ln>
        </p:spPr>
      </p:sp>
      <p:sp>
        <p:nvSpPr>
          <p:cNvPr id="25" name="oal-node-1-3">
            <a:extLst xmlns:a="http://schemas.openxmlformats.org/drawingml/2006/main">
              <a:ext uri="{FF2B5EF4-FFF2-40B4-BE49-F238E27FC236}">
                <a16:creationId xmlns:a16="http://schemas.microsoft.com/office/drawing/2014/main" id="{828556CC-B082-47B6-8117-EC98180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14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17A08"/>
          </a:solidFill>
          <a:ln xmlns:a="http://schemas.openxmlformats.org/drawingml/2006/main" w="9525">
            <a:solidFill>
              <a:srgbClr val="D17A08"/>
            </a:solidFill>
            <a:prstDash val="solid"/>
          </a:ln>
        </p:spPr>
      </p:sp>
      <p:sp>
        <p:nvSpPr>
          <p:cNvPr id="26" name="oal-cell-1-4">
            <a:extLst xmlns:a="http://schemas.openxmlformats.org/drawingml/2006/main">
              <a:ext uri="{FF2B5EF4-FFF2-40B4-BE49-F238E27FC236}">
                <a16:creationId xmlns:a16="http://schemas.microsoft.com/office/drawing/2014/main" id="{3483A053-895C-4A57-AC90-BD8E16A0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C3496"/>
            </a:solidFill>
            <a:prstDash val="solid"/>
          </a:ln>
        </p:spPr>
      </p:sp>
      <p:sp>
        <p:nvSpPr>
          <p:cNvPr id="27" name="oal-node-1-4">
            <a:extLst xmlns:a="http://schemas.openxmlformats.org/drawingml/2006/main">
              <a:ext uri="{FF2B5EF4-FFF2-40B4-BE49-F238E27FC236}">
                <a16:creationId xmlns:a16="http://schemas.microsoft.com/office/drawing/2014/main" id="{BA122A92-CE69-4538-8CC0-9555CB3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314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5C3496"/>
          </a:solidFill>
          <a:ln xmlns:a="http://schemas.openxmlformats.org/drawingml/2006/main" w="9525">
            <a:solidFill>
              <a:srgbClr val="5C3496"/>
            </a:solidFill>
            <a:prstDash val="solid"/>
          </a:ln>
        </p:spPr>
      </p:sp>
      <p:sp>
        <p:nvSpPr>
          <p:cNvPr id="28" name="assurance-layer-2-band">
            <a:extLst xmlns:a="http://schemas.openxmlformats.org/drawingml/2006/main">
              <a:ext uri="{FF2B5EF4-FFF2-40B4-BE49-F238E27FC236}">
                <a16:creationId xmlns:a16="http://schemas.microsoft.com/office/drawing/2014/main" id="{68A0C93E-7D3E-41C9-A64F-571607B0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bff873a9a4c70"/>
          <a:srcRect xmlns:a="http://schemas.openxmlformats.org/drawingml/2006/main" l="0" t="2597" r="0" b="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625" y="3171825"/>
            <a:ext cx="685800" cy="685800"/>
          </a:xfrm>
          <a:prstGeom xmlns:a="http://schemas.openxmlformats.org/drawingml/2006/main" prst="ellipse">
            <a:avLst/>
          </a:prstGeom>
        </p:spPr>
      </p:pic>
      <p:sp>
        <p:nvSpPr>
          <p:cNvPr id="30" name="assurance-layer-2-label">
            <a:extLst xmlns:a="http://schemas.openxmlformats.org/drawingml/2006/main">
              <a:ext uri="{FF2B5EF4-FFF2-40B4-BE49-F238E27FC236}">
                <a16:creationId xmlns:a16="http://schemas.microsoft.com/office/drawing/2014/main" id="{E64B22DD-EF92-4D09-80DB-2005B429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4325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Provenance</a:t>
            </a:r>
          </a:p>
        </p:txBody>
      </p:sp>
      <p:sp>
        <p:nvSpPr>
          <p:cNvPr id="31" name="oal-cell-2-1">
            <a:extLst xmlns:a="http://schemas.openxmlformats.org/drawingml/2006/main">
              <a:ext uri="{FF2B5EF4-FFF2-40B4-BE49-F238E27FC236}">
                <a16:creationId xmlns:a16="http://schemas.microsoft.com/office/drawing/2014/main" id="{EF5BC1D6-3773-443E-A2A6-3B97A28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D477A"/>
            </a:solidFill>
            <a:prstDash val="solid"/>
          </a:ln>
        </p:spPr>
      </p:sp>
      <p:sp>
        <p:nvSpPr>
          <p:cNvPr id="32" name="oal-node-2-1">
            <a:extLst xmlns:a="http://schemas.openxmlformats.org/drawingml/2006/main">
              <a:ext uri="{FF2B5EF4-FFF2-40B4-BE49-F238E27FC236}">
                <a16:creationId xmlns:a16="http://schemas.microsoft.com/office/drawing/2014/main" id="{ABD1B7E4-8233-449E-8AD4-BC8EBBD3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57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9525">
            <a:solidFill>
              <a:srgbClr val="0D477A"/>
            </a:solidFill>
            <a:prstDash val="solid"/>
          </a:ln>
        </p:spPr>
      </p:sp>
      <p:sp>
        <p:nvSpPr>
          <p:cNvPr id="33" name="oal-cell-2-2">
            <a:extLst xmlns:a="http://schemas.openxmlformats.org/drawingml/2006/main">
              <a:ext uri="{FF2B5EF4-FFF2-40B4-BE49-F238E27FC236}">
                <a16:creationId xmlns:a16="http://schemas.microsoft.com/office/drawing/2014/main" id="{7B12E1F6-8B53-463B-A9BA-41D8AA7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8590"/>
            </a:solidFill>
            <a:prstDash val="solid"/>
          </a:ln>
        </p:spPr>
      </p:sp>
      <p:sp>
        <p:nvSpPr>
          <p:cNvPr id="34" name="oal-node-2-2">
            <a:extLst xmlns:a="http://schemas.openxmlformats.org/drawingml/2006/main">
              <a:ext uri="{FF2B5EF4-FFF2-40B4-BE49-F238E27FC236}">
                <a16:creationId xmlns:a16="http://schemas.microsoft.com/office/drawing/2014/main" id="{5A0007E2-5D6B-498D-8FB9-253C8FD9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57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8590"/>
          </a:solidFill>
          <a:ln xmlns:a="http://schemas.openxmlformats.org/drawingml/2006/main" w="9525">
            <a:solidFill>
              <a:srgbClr val="118590"/>
            </a:solidFill>
            <a:prstDash val="solid"/>
          </a:ln>
        </p:spPr>
      </p:sp>
      <p:sp>
        <p:nvSpPr>
          <p:cNvPr id="35" name="oal-cell-2-3">
            <a:extLst xmlns:a="http://schemas.openxmlformats.org/drawingml/2006/main">
              <a:ext uri="{FF2B5EF4-FFF2-40B4-BE49-F238E27FC236}">
                <a16:creationId xmlns:a16="http://schemas.microsoft.com/office/drawing/2014/main" id="{91A49672-6F25-4378-83D1-B1280A0D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17A08"/>
            </a:solidFill>
            <a:prstDash val="solid"/>
          </a:ln>
        </p:spPr>
      </p:sp>
      <p:sp>
        <p:nvSpPr>
          <p:cNvPr id="36" name="oal-node-2-3">
            <a:extLst xmlns:a="http://schemas.openxmlformats.org/drawingml/2006/main">
              <a:ext uri="{FF2B5EF4-FFF2-40B4-BE49-F238E27FC236}">
                <a16:creationId xmlns:a16="http://schemas.microsoft.com/office/drawing/2014/main" id="{F3590D20-13C6-47AC-8501-69BA4197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57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17A08"/>
          </a:solidFill>
          <a:ln xmlns:a="http://schemas.openxmlformats.org/drawingml/2006/main" w="9525">
            <a:solidFill>
              <a:srgbClr val="D17A08"/>
            </a:solidFill>
            <a:prstDash val="solid"/>
          </a:ln>
        </p:spPr>
      </p:sp>
      <p:sp>
        <p:nvSpPr>
          <p:cNvPr id="37" name="oal-cell-2-4">
            <a:extLst xmlns:a="http://schemas.openxmlformats.org/drawingml/2006/main">
              <a:ext uri="{FF2B5EF4-FFF2-40B4-BE49-F238E27FC236}">
                <a16:creationId xmlns:a16="http://schemas.microsoft.com/office/drawing/2014/main" id="{5CBDCEE3-347F-4440-A3F3-DE08602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C3496"/>
            </a:solidFill>
            <a:prstDash val="solid"/>
          </a:ln>
        </p:spPr>
      </p:sp>
      <p:sp>
        <p:nvSpPr>
          <p:cNvPr id="38" name="oal-node-2-4">
            <a:extLst xmlns:a="http://schemas.openxmlformats.org/drawingml/2006/main">
              <a:ext uri="{FF2B5EF4-FFF2-40B4-BE49-F238E27FC236}">
                <a16:creationId xmlns:a16="http://schemas.microsoft.com/office/drawing/2014/main" id="{4E8A4D30-DE83-43DC-808E-8DD322F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457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5C3496"/>
          </a:solidFill>
          <a:ln xmlns:a="http://schemas.openxmlformats.org/drawingml/2006/main" w="9525">
            <a:solidFill>
              <a:srgbClr val="5C3496"/>
            </a:solidFill>
            <a:prstDash val="solid"/>
          </a:ln>
        </p:spPr>
      </p:sp>
      <p:sp>
        <p:nvSpPr>
          <p:cNvPr id="39" name="assurance-layer-3-band">
            <a:extLst xmlns:a="http://schemas.openxmlformats.org/drawingml/2006/main">
              <a:ext uri="{FF2B5EF4-FFF2-40B4-BE49-F238E27FC236}">
                <a16:creationId xmlns:a16="http://schemas.microsoft.com/office/drawing/2014/main" id="{B59BEF28-7A75-43BB-8258-C56D9F4F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372696f9b4dc2"/>
          <a:srcRect xmlns:a="http://schemas.openxmlformats.org/drawingml/2006/main" l="0" t="4268" r="0" b="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625" y="4314825"/>
            <a:ext cx="685800" cy="685800"/>
          </a:xfrm>
          <a:prstGeom xmlns:a="http://schemas.openxmlformats.org/drawingml/2006/main" prst="ellipse">
            <a:avLst/>
          </a:prstGeom>
        </p:spPr>
      </p:pic>
      <p:sp>
        <p:nvSpPr>
          <p:cNvPr id="41" name="assurance-layer-3-label">
            <a:extLst xmlns:a="http://schemas.openxmlformats.org/drawingml/2006/main">
              <a:ext uri="{FF2B5EF4-FFF2-40B4-BE49-F238E27FC236}">
                <a16:creationId xmlns:a16="http://schemas.microsoft.com/office/drawing/2014/main" id="{BFA17FF8-73C0-4345-A606-0EA2024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Ledger +</a:t>
            </a:r>
          </a:p>
          <a:p xmlns:a="http://schemas.openxmlformats.org/drawingml/2006/main">
            <a:pPr algn="l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Governance</a:t>
            </a:r>
          </a:p>
        </p:txBody>
      </p:sp>
      <p:sp>
        <p:nvSpPr>
          <p:cNvPr id="42" name="oal-cell-3-1">
            <a:extLst xmlns:a="http://schemas.openxmlformats.org/drawingml/2006/main">
              <a:ext uri="{FF2B5EF4-FFF2-40B4-BE49-F238E27FC236}">
                <a16:creationId xmlns:a16="http://schemas.microsoft.com/office/drawing/2014/main" id="{7195244A-8AEA-4A21-9AA4-A96AC29F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D477A"/>
            </a:solidFill>
            <a:prstDash val="solid"/>
          </a:ln>
        </p:spPr>
      </p:sp>
      <p:sp>
        <p:nvSpPr>
          <p:cNvPr id="43" name="oal-node-3-1">
            <a:extLst xmlns:a="http://schemas.openxmlformats.org/drawingml/2006/main">
              <a:ext uri="{FF2B5EF4-FFF2-40B4-BE49-F238E27FC236}">
                <a16:creationId xmlns:a16="http://schemas.microsoft.com/office/drawing/2014/main" id="{C7C10631-1AF5-494E-B98A-56CDA48A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00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9525">
            <a:solidFill>
              <a:srgbClr val="0D477A"/>
            </a:solidFill>
            <a:prstDash val="solid"/>
          </a:ln>
        </p:spPr>
      </p:sp>
      <p:sp>
        <p:nvSpPr>
          <p:cNvPr id="44" name="oal-cell-3-2">
            <a:extLst xmlns:a="http://schemas.openxmlformats.org/drawingml/2006/main">
              <a:ext uri="{FF2B5EF4-FFF2-40B4-BE49-F238E27FC236}">
                <a16:creationId xmlns:a16="http://schemas.microsoft.com/office/drawing/2014/main" id="{9A178355-BF3D-4758-9A04-6FEB7E1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8590"/>
            </a:solidFill>
            <a:prstDash val="solid"/>
          </a:ln>
        </p:spPr>
      </p:sp>
      <p:sp>
        <p:nvSpPr>
          <p:cNvPr id="45" name="oal-node-3-2">
            <a:extLst xmlns:a="http://schemas.openxmlformats.org/drawingml/2006/main">
              <a:ext uri="{FF2B5EF4-FFF2-40B4-BE49-F238E27FC236}">
                <a16:creationId xmlns:a16="http://schemas.microsoft.com/office/drawing/2014/main" id="{9CD55805-B93D-40F8-A319-6191230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00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8590"/>
          </a:solidFill>
          <a:ln xmlns:a="http://schemas.openxmlformats.org/drawingml/2006/main" w="9525">
            <a:solidFill>
              <a:srgbClr val="118590"/>
            </a:solidFill>
            <a:prstDash val="solid"/>
          </a:ln>
        </p:spPr>
      </p:sp>
      <p:sp>
        <p:nvSpPr>
          <p:cNvPr id="46" name="oal-cell-3-3">
            <a:extLst xmlns:a="http://schemas.openxmlformats.org/drawingml/2006/main">
              <a:ext uri="{FF2B5EF4-FFF2-40B4-BE49-F238E27FC236}">
                <a16:creationId xmlns:a16="http://schemas.microsoft.com/office/drawing/2014/main" id="{FCD69E74-BC9F-4B3B-894D-68CD523B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17A08"/>
            </a:solidFill>
            <a:prstDash val="solid"/>
          </a:ln>
        </p:spPr>
      </p:sp>
      <p:sp>
        <p:nvSpPr>
          <p:cNvPr id="47" name="oal-node-3-3">
            <a:extLst xmlns:a="http://schemas.openxmlformats.org/drawingml/2006/main">
              <a:ext uri="{FF2B5EF4-FFF2-40B4-BE49-F238E27FC236}">
                <a16:creationId xmlns:a16="http://schemas.microsoft.com/office/drawing/2014/main" id="{08A1106C-9875-4BD6-8205-1136D46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00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17A08"/>
          </a:solidFill>
          <a:ln xmlns:a="http://schemas.openxmlformats.org/drawingml/2006/main" w="9525">
            <a:solidFill>
              <a:srgbClr val="D17A08"/>
            </a:solidFill>
            <a:prstDash val="solid"/>
          </a:ln>
        </p:spPr>
      </p:sp>
      <p:sp>
        <p:nvSpPr>
          <p:cNvPr id="48" name="oal-cell-3-4">
            <a:extLst xmlns:a="http://schemas.openxmlformats.org/drawingml/2006/main">
              <a:ext uri="{FF2B5EF4-FFF2-40B4-BE49-F238E27FC236}">
                <a16:creationId xmlns:a16="http://schemas.microsoft.com/office/drawing/2014/main" id="{66A12FDE-9401-42B1-9A6C-ABCF7250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C3496"/>
            </a:solidFill>
            <a:prstDash val="solid"/>
          </a:ln>
        </p:spPr>
      </p:sp>
      <p:sp>
        <p:nvSpPr>
          <p:cNvPr id="49" name="oal-node-3-4">
            <a:extLst xmlns:a="http://schemas.openxmlformats.org/drawingml/2006/main">
              <a:ext uri="{FF2B5EF4-FFF2-40B4-BE49-F238E27FC236}">
                <a16:creationId xmlns:a16="http://schemas.microsoft.com/office/drawing/2014/main" id="{6308A7EE-5946-4E13-BD54-1C98941D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600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5C3496"/>
          </a:solidFill>
          <a:ln xmlns:a="http://schemas.openxmlformats.org/drawingml/2006/main" w="9525">
            <a:solidFill>
              <a:srgbClr val="5C3496"/>
            </a:solidFill>
            <a:prstDash val="solid"/>
          </a:ln>
        </p:spPr>
      </p:sp>
      <p:sp>
        <p:nvSpPr>
          <p:cNvPr id="50" name="assurance-layer-4-band">
            <a:extLst xmlns:a="http://schemas.openxmlformats.org/drawingml/2006/main">
              <a:ext uri="{FF2B5EF4-FFF2-40B4-BE49-F238E27FC236}">
                <a16:creationId xmlns:a16="http://schemas.microsoft.com/office/drawing/2014/main" id="{12B4F795-A2B4-4703-8445-FF9EBBE1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c8ccb738c4eb8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625" y="5457825"/>
            <a:ext cx="685800" cy="685800"/>
          </a:xfrm>
          <a:prstGeom xmlns:a="http://schemas.openxmlformats.org/drawingml/2006/main" prst="ellipse">
            <a:avLst/>
          </a:prstGeom>
        </p:spPr>
      </p:pic>
      <p:sp>
        <p:nvSpPr>
          <p:cNvPr id="52" name="assurance-layer-4-label">
            <a:extLst xmlns:a="http://schemas.openxmlformats.org/drawingml/2006/main">
              <a:ext uri="{FF2B5EF4-FFF2-40B4-BE49-F238E27FC236}">
                <a16:creationId xmlns:a16="http://schemas.microsoft.com/office/drawing/2014/main" id="{377C7E9A-FF7C-4591-8E5B-DE9963D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2925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Mission Use</a:t>
            </a:r>
          </a:p>
        </p:txBody>
      </p:sp>
      <p:sp>
        <p:nvSpPr>
          <p:cNvPr id="53" name="oal-cell-4-1">
            <a:extLst xmlns:a="http://schemas.openxmlformats.org/drawingml/2006/main">
              <a:ext uri="{FF2B5EF4-FFF2-40B4-BE49-F238E27FC236}">
                <a16:creationId xmlns:a16="http://schemas.microsoft.com/office/drawing/2014/main" id="{D1F73384-80F7-4A6F-9798-2FB25FB8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D477A"/>
            </a:solidFill>
            <a:prstDash val="solid"/>
          </a:ln>
        </p:spPr>
      </p:sp>
      <p:sp>
        <p:nvSpPr>
          <p:cNvPr id="54" name="oal-node-4-1">
            <a:extLst xmlns:a="http://schemas.openxmlformats.org/drawingml/2006/main">
              <a:ext uri="{FF2B5EF4-FFF2-40B4-BE49-F238E27FC236}">
                <a16:creationId xmlns:a16="http://schemas.microsoft.com/office/drawing/2014/main" id="{B5AE016F-9C72-4D91-A3D6-3D31271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743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9525">
            <a:solidFill>
              <a:srgbClr val="0D477A"/>
            </a:solidFill>
            <a:prstDash val="solid"/>
          </a:ln>
        </p:spPr>
      </p:sp>
      <p:sp>
        <p:nvSpPr>
          <p:cNvPr id="55" name="oal-cell-4-2">
            <a:extLst xmlns:a="http://schemas.openxmlformats.org/drawingml/2006/main">
              <a:ext uri="{FF2B5EF4-FFF2-40B4-BE49-F238E27FC236}">
                <a16:creationId xmlns:a16="http://schemas.microsoft.com/office/drawing/2014/main" id="{10C2DA47-9597-463E-939B-E03CAC26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8590"/>
            </a:solidFill>
            <a:prstDash val="solid"/>
          </a:ln>
        </p:spPr>
      </p:sp>
      <p:sp>
        <p:nvSpPr>
          <p:cNvPr id="56" name="oal-node-4-2">
            <a:extLst xmlns:a="http://schemas.openxmlformats.org/drawingml/2006/main">
              <a:ext uri="{FF2B5EF4-FFF2-40B4-BE49-F238E27FC236}">
                <a16:creationId xmlns:a16="http://schemas.microsoft.com/office/drawing/2014/main" id="{0573091E-8A77-418D-945C-6D3F8780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743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8590"/>
          </a:solidFill>
          <a:ln xmlns:a="http://schemas.openxmlformats.org/drawingml/2006/main" w="9525">
            <a:solidFill>
              <a:srgbClr val="118590"/>
            </a:solidFill>
            <a:prstDash val="solid"/>
          </a:ln>
        </p:spPr>
      </p:sp>
      <p:sp>
        <p:nvSpPr>
          <p:cNvPr id="57" name="oal-cell-4-3">
            <a:extLst xmlns:a="http://schemas.openxmlformats.org/drawingml/2006/main">
              <a:ext uri="{FF2B5EF4-FFF2-40B4-BE49-F238E27FC236}">
                <a16:creationId xmlns:a16="http://schemas.microsoft.com/office/drawing/2014/main" id="{01B7AB4E-4D1B-4481-954E-7B19D6E9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17A08"/>
            </a:solidFill>
            <a:prstDash val="solid"/>
          </a:ln>
        </p:spPr>
      </p:sp>
      <p:sp>
        <p:nvSpPr>
          <p:cNvPr id="58" name="oal-node-4-3">
            <a:extLst xmlns:a="http://schemas.openxmlformats.org/drawingml/2006/main">
              <a:ext uri="{FF2B5EF4-FFF2-40B4-BE49-F238E27FC236}">
                <a16:creationId xmlns:a16="http://schemas.microsoft.com/office/drawing/2014/main" id="{87511F5F-EE3F-4FD0-B8F7-8349D4B5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743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17A08"/>
          </a:solidFill>
          <a:ln xmlns:a="http://schemas.openxmlformats.org/drawingml/2006/main" w="9525">
            <a:solidFill>
              <a:srgbClr val="D17A08"/>
            </a:solidFill>
            <a:prstDash val="solid"/>
          </a:ln>
        </p:spPr>
      </p:sp>
      <p:sp>
        <p:nvSpPr>
          <p:cNvPr id="59" name="oal-cell-4-4">
            <a:extLst xmlns:a="http://schemas.openxmlformats.org/drawingml/2006/main">
              <a:ext uri="{FF2B5EF4-FFF2-40B4-BE49-F238E27FC236}">
                <a16:creationId xmlns:a16="http://schemas.microsoft.com/office/drawing/2014/main" id="{4110ADA5-AF86-446E-99E9-1D04366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C3496"/>
            </a:solidFill>
            <a:prstDash val="solid"/>
          </a:ln>
        </p:spPr>
      </p:sp>
      <p:sp>
        <p:nvSpPr>
          <p:cNvPr id="60" name="oal-node-4-4">
            <a:extLst xmlns:a="http://schemas.openxmlformats.org/drawingml/2006/main">
              <a:ext uri="{FF2B5EF4-FFF2-40B4-BE49-F238E27FC236}">
                <a16:creationId xmlns:a16="http://schemas.microsoft.com/office/drawing/2014/main" id="{277F2433-55E3-4D2E-9927-A63F2FD6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743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5C3496"/>
          </a:solidFill>
          <a:ln xmlns:a="http://schemas.openxmlformats.org/drawingml/2006/main" w="9525">
            <a:solidFill>
              <a:srgbClr val="5C3496"/>
            </a:solidFill>
            <a:prstDash val="solid"/>
          </a:ln>
        </p:spPr>
      </p:sp>
      <p:sp>
        <p:nvSpPr>
          <p:cNvPr id="61" name="grid-shadow-plane">
            <a:extLst xmlns:a="http://schemas.openxmlformats.org/drawingml/2006/main">
              <a:ext uri="{FF2B5EF4-FFF2-40B4-BE49-F238E27FC236}">
                <a16:creationId xmlns:a16="http://schemas.microsoft.com/office/drawing/2014/main" id="{25F6966D-627E-491E-81DC-6A476A9B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8905875" cy="4972050"/>
          </a:xfrm>
          <a:prstGeom xmlns:a="http://schemas.openxmlformats.org/drawingml/2006/main" prst="parallelogram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AA9B9"/>
            </a:solidFill>
            <a:prstDash val="dash"/>
          </a:ln>
        </p:spPr>
      </p:sp>
      <p:sp>
        <p:nvSpPr>
          <p:cNvPr id="62" name="mission-lifecycle-title">
            <a:extLst xmlns:a="http://schemas.openxmlformats.org/drawingml/2006/main">
              <a:ext uri="{FF2B5EF4-FFF2-40B4-BE49-F238E27FC236}">
                <a16:creationId xmlns:a16="http://schemas.microsoft.com/office/drawing/2014/main" id="{F3B955B0-2F27-4317-93EF-8D489BC3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924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62B54"/>
                </a:solidFill>
              </a:defRPr>
            </a:pPr>
            <a:r>
              <a:rPr sz="2325" b="1">
                <a:solidFill>
                  <a:srgbClr val="062B54"/>
                </a:solidFill>
              </a:rPr>
              <a:t>MISSION LIFECYCLE</a:t>
            </a:r>
          </a:p>
        </p:txBody>
      </p:sp>
      <p:sp>
        <p:nvSpPr>
          <p:cNvPr id="63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D967736-2484-46C3-AADE-62032138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781800"/>
            <a:ext cx="2076450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6193">
            <a:solidFill>
              <a:srgbClr val="0D47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Admit</a:t>
            </a:r>
          </a:p>
        </p:txBody>
      </p:sp>
      <p:sp>
        <p:nvSpPr>
          <p:cNvPr id="64" name="lifecycle-2">
            <a:extLst xmlns:a="http://schemas.openxmlformats.org/drawingml/2006/main">
              <a:ext uri="{FF2B5EF4-FFF2-40B4-BE49-F238E27FC236}">
                <a16:creationId xmlns:a16="http://schemas.microsoft.com/office/drawing/2014/main" id="{A5D3E184-BA79-4DCF-A052-AD09DFE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81800"/>
            <a:ext cx="2076450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16193">
            <a:solidFill>
              <a:srgbClr val="1185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Sense</a:t>
            </a:r>
          </a:p>
        </p:txBody>
      </p:sp>
      <p:sp>
        <p:nvSpPr>
          <p:cNvPr id="65" name="lifecycle-3">
            <a:extLst xmlns:a="http://schemas.openxmlformats.org/drawingml/2006/main">
              <a:ext uri="{FF2B5EF4-FFF2-40B4-BE49-F238E27FC236}">
                <a16:creationId xmlns:a16="http://schemas.microsoft.com/office/drawing/2014/main" id="{F72F734F-3830-4696-B4F9-3C787A1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781800"/>
            <a:ext cx="2076450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6193">
            <a:solidFill>
              <a:srgbClr val="0D47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Relay</a:t>
            </a:r>
          </a:p>
        </p:txBody>
      </p:sp>
      <p:sp>
        <p:nvSpPr>
          <p:cNvPr id="66" name="lifecycle-4">
            <a:extLst xmlns:a="http://schemas.openxmlformats.org/drawingml/2006/main">
              <a:ext uri="{FF2B5EF4-FFF2-40B4-BE49-F238E27FC236}">
                <a16:creationId xmlns:a16="http://schemas.microsoft.com/office/drawing/2014/main" id="{59F29A13-FD53-468A-8EF9-1938854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781800"/>
            <a:ext cx="2076450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16193">
            <a:solidFill>
              <a:srgbClr val="1185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Fuse + Share</a:t>
            </a:r>
          </a:p>
        </p:txBody>
      </p:sp>
      <p:sp>
        <p:nvSpPr>
          <p:cNvPr id="67" name="lifecycle-5">
            <a:extLst xmlns:a="http://schemas.openxmlformats.org/drawingml/2006/main">
              <a:ext uri="{FF2B5EF4-FFF2-40B4-BE49-F238E27FC236}">
                <a16:creationId xmlns:a16="http://schemas.microsoft.com/office/drawing/2014/main" id="{FD377001-E03A-4380-B74D-EB337E7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781800"/>
            <a:ext cx="2076450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6193">
            <a:solidFill>
              <a:srgbClr val="0D47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Decide + Act</a:t>
            </a:r>
          </a:p>
        </p:txBody>
      </p:sp>
      <p:sp>
        <p:nvSpPr>
          <p:cNvPr id="68" name="lifecycle-6">
            <a:extLst xmlns:a="http://schemas.openxmlformats.org/drawingml/2006/main">
              <a:ext uri="{FF2B5EF4-FFF2-40B4-BE49-F238E27FC236}">
                <a16:creationId xmlns:a16="http://schemas.microsoft.com/office/drawing/2014/main" id="{D562B1EA-EE57-41BB-A3AD-A9D4007D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781800"/>
            <a:ext cx="2076450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16193">
            <a:solidFill>
              <a:srgbClr val="1185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Audit + Recover</a:t>
            </a:r>
          </a:p>
        </p:txBody>
      </p:sp>
    </p:spTree>
    <p:extLst>
      <p:ext uri="{BB962C8B-B14F-4D97-AF65-F5344CB8AC3E}">
        <p14:creationId xmlns:p14="http://schemas.microsoft.com/office/powerpoint/2010/main" val="1536191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dependency-title-1">
            <a:extLst xmlns:a="http://schemas.openxmlformats.org/drawingml/2006/main">
              <a:ext uri="{FF2B5EF4-FFF2-40B4-BE49-F238E27FC236}">
                <a16:creationId xmlns:a16="http://schemas.microsoft.com/office/drawing/2014/main" id="{5E3B190F-45BD-48D6-86B5-E849E433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Entity</a:t>
            </a:r>
          </a:p>
        </p:txBody>
      </p:sp>
      <p:sp>
        <p:nvSpPr>
          <p:cNvPr id="2" name="dependency-object-1">
            <a:extLst xmlns:a="http://schemas.openxmlformats.org/drawingml/2006/main">
              <a:ext uri="{FF2B5EF4-FFF2-40B4-BE49-F238E27FC236}">
                <a16:creationId xmlns:a16="http://schemas.microsoft.com/office/drawing/2014/main" id="{07380AF8-38E5-453A-BFFA-21C23057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e44db7eab4058"/>
          <a:srcRect xmlns:a="http://schemas.openxmlformats.org/drawingml/2006/main" l="389" t="0" r="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695325"/>
            <a:ext cx="2076450" cy="2076450"/>
          </a:xfrm>
          <a:prstGeom xmlns:a="http://schemas.openxmlformats.org/drawingml/2006/main" prst="ellipse">
            <a:avLst/>
          </a:prstGeom>
        </p:spPr>
      </p:pic>
      <p:sp>
        <p:nvSpPr>
          <p:cNvPr id="4" name="dependency-object-1-outline">
            <a:extLst xmlns:a="http://schemas.openxmlformats.org/drawingml/2006/main">
              <a:ext uri="{FF2B5EF4-FFF2-40B4-BE49-F238E27FC236}">
                <a16:creationId xmlns:a16="http://schemas.microsoft.com/office/drawing/2014/main" id="{43785F27-F3EF-443F-9A10-24D8541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2B54"/>
            </a:solidFill>
            <a:prstDash val="solid"/>
          </a:ln>
        </p:spPr>
      </p:sp>
      <p:sp>
        <p:nvSpPr>
          <p:cNvPr id="5" name="threat-1">
            <a:extLst xmlns:a="http://schemas.openxmlformats.org/drawingml/2006/main">
              <a:ext uri="{FF2B5EF4-FFF2-40B4-BE49-F238E27FC236}">
                <a16:creationId xmlns:a16="http://schemas.microsoft.com/office/drawing/2014/main" id="{67856B2A-41B7-4DD4-B847-A4C1A8FC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2c3e4a7fa4859"/>
          <a:stretch xmlns:a="http://schemas.openxmlformats.org/drawingml/2006/main"/>
        </p:blipFill>
        <p:spPr>
          <a:xfrm xmlns:a="http://schemas.openxmlformats.org/drawingml/2006/main">
            <a:off x="619125" y="3299619"/>
            <a:ext cx="1809750" cy="1087438"/>
          </a:xfrm>
          <a:prstGeom xmlns:a="http://schemas.openxmlformats.org/drawingml/2006/main" prst="rect">
            <a:avLst/>
          </a:prstGeom>
        </p:spPr>
      </p:pic>
      <p:sp>
        <p:nvSpPr>
          <p:cNvPr id="7" name="threat-1-label-mask">
            <a:extLst xmlns:a="http://schemas.openxmlformats.org/drawingml/2006/main">
              <a:ext uri="{FF2B5EF4-FFF2-40B4-BE49-F238E27FC236}">
                <a16:creationId xmlns:a16="http://schemas.microsoft.com/office/drawing/2014/main" id="{01B84730-F3CD-4F88-A74A-553C31D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952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threat-1-label">
            <a:extLst xmlns:a="http://schemas.openxmlformats.org/drawingml/2006/main">
              <a:ext uri="{FF2B5EF4-FFF2-40B4-BE49-F238E27FC236}">
                <a16:creationId xmlns:a16="http://schemas.microsoft.com/office/drawing/2014/main" id="{2F209C80-509B-40C8-9598-1006A59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2B54"/>
                </a:solidFill>
              </a:defRPr>
            </a:pPr>
            <a:r>
              <a:rPr sz="1575" b="1">
                <a:solidFill>
                  <a:srgbClr val="062B54"/>
                </a:solidFill>
              </a:rPr>
              <a:t>Credential Theft</a:t>
            </a:r>
          </a:p>
        </p:txBody>
      </p:sp>
      <p:sp>
        <p:nvSpPr>
          <p:cNvPr id="9" name="threat-1-outline">
            <a:extLst xmlns:a="http://schemas.openxmlformats.org/drawingml/2006/main">
              <a:ext uri="{FF2B5EF4-FFF2-40B4-BE49-F238E27FC236}">
                <a16:creationId xmlns:a16="http://schemas.microsoft.com/office/drawing/2014/main" id="{37A23BB3-C227-4A56-988A-470CFD3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62B54"/>
            </a:solidFill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2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524000" y="2857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062B5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dependency-arrow-1">
            <a:extLst xmlns:a="http://schemas.openxmlformats.org/drawingml/2006/main">
              <a:ext uri="{FF2B5EF4-FFF2-40B4-BE49-F238E27FC236}">
                <a16:creationId xmlns:a16="http://schemas.microsoft.com/office/drawing/2014/main" id="{0727E7F8-16B5-4334-BE5B-BB49EB84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62100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dependency-rel-1">
            <a:extLst xmlns:a="http://schemas.openxmlformats.org/drawingml/2006/main">
              <a:ext uri="{FF2B5EF4-FFF2-40B4-BE49-F238E27FC236}">
                <a16:creationId xmlns:a16="http://schemas.microsoft.com/office/drawing/2014/main" id="{91B64CF6-4AD8-4AE7-B4D2-DD2EFD10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144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54"/>
                </a:solidFill>
              </a:defRPr>
            </a:pPr>
            <a:r>
              <a:rPr sz="1200" b="1">
                <a:solidFill>
                  <a:srgbClr val="062B54"/>
                </a:solidFill>
              </a:rPr>
              <a:t>controls</a:t>
            </a:r>
          </a:p>
        </p:txBody>
      </p:sp>
      <p:sp>
        <p:nvSpPr>
          <p:cNvPr id="13" name="dependency-title-2">
            <a:extLst xmlns:a="http://schemas.openxmlformats.org/drawingml/2006/main">
              <a:ext uri="{FF2B5EF4-FFF2-40B4-BE49-F238E27FC236}">
                <a16:creationId xmlns:a16="http://schemas.microsoft.com/office/drawing/2014/main" id="{B07A7C12-BAA8-4BAD-83F6-FFE90AD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Platform / Device</a:t>
            </a:r>
          </a:p>
        </p:txBody>
      </p:sp>
      <p:sp>
        <p:nvSpPr>
          <p:cNvPr id="14" name="dependency-object-2">
            <a:extLst xmlns:a="http://schemas.openxmlformats.org/drawingml/2006/main">
              <a:ext uri="{FF2B5EF4-FFF2-40B4-BE49-F238E27FC236}">
                <a16:creationId xmlns:a16="http://schemas.microsoft.com/office/drawing/2014/main" id="{E7A10EAA-2F4E-448C-9E40-E4BE09A6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096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328a887ba44fe"/>
          <a:srcRect xmlns:a="http://schemas.openxmlformats.org/drawingml/2006/main" l="0" t="394" r="0" b="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625" y="695325"/>
            <a:ext cx="2076450" cy="2076450"/>
          </a:xfrm>
          <a:prstGeom xmlns:a="http://schemas.openxmlformats.org/drawingml/2006/main" prst="ellipse">
            <a:avLst/>
          </a:prstGeom>
        </p:spPr>
      </p:pic>
      <p:sp>
        <p:nvSpPr>
          <p:cNvPr id="16" name="dependency-object-2-outline">
            <a:extLst xmlns:a="http://schemas.openxmlformats.org/drawingml/2006/main">
              <a:ext uri="{FF2B5EF4-FFF2-40B4-BE49-F238E27FC236}">
                <a16:creationId xmlns:a16="http://schemas.microsoft.com/office/drawing/2014/main" id="{ACA37770-61CB-4DEC-A04C-C06F231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096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8590"/>
            </a:solidFill>
            <a:prstDash val="solid"/>
          </a:ln>
        </p:spPr>
      </p:sp>
      <p:sp>
        <p:nvSpPr>
          <p:cNvPr id="17" name="threat-2">
            <a:extLst xmlns:a="http://schemas.openxmlformats.org/drawingml/2006/main">
              <a:ext uri="{FF2B5EF4-FFF2-40B4-BE49-F238E27FC236}">
                <a16:creationId xmlns:a16="http://schemas.microsoft.com/office/drawing/2014/main" id="{08361FFC-0772-4408-9FB1-E3BBADA9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23bf003f945fe"/>
          <a:stretch xmlns:a="http://schemas.openxmlformats.org/drawingml/2006/main"/>
        </p:blipFill>
        <p:spPr>
          <a:xfrm xmlns:a="http://schemas.openxmlformats.org/drawingml/2006/main">
            <a:off x="3609975" y="3315815"/>
            <a:ext cx="1809750" cy="1055046"/>
          </a:xfrm>
          <a:prstGeom xmlns:a="http://schemas.openxmlformats.org/drawingml/2006/main" prst="rect">
            <a:avLst/>
          </a:prstGeom>
        </p:spPr>
      </p:pic>
      <p:sp>
        <p:nvSpPr>
          <p:cNvPr id="19" name="threat-2-label-mask">
            <a:extLst xmlns:a="http://schemas.openxmlformats.org/drawingml/2006/main">
              <a:ext uri="{FF2B5EF4-FFF2-40B4-BE49-F238E27FC236}">
                <a16:creationId xmlns:a16="http://schemas.microsoft.com/office/drawing/2014/main" id="{CABBEFE4-DCA6-4F1E-9523-E7DF2D3C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67200"/>
            <a:ext cx="1952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threat-2-label">
            <a:extLst xmlns:a="http://schemas.openxmlformats.org/drawingml/2006/main">
              <a:ext uri="{FF2B5EF4-FFF2-40B4-BE49-F238E27FC236}">
                <a16:creationId xmlns:a16="http://schemas.microsoft.com/office/drawing/2014/main" id="{75DFE995-D664-4EA6-B400-D5C8336B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957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8590"/>
                </a:solidFill>
              </a:defRPr>
            </a:pPr>
            <a:r>
              <a:rPr sz="1575" b="1">
                <a:solidFill>
                  <a:srgbClr val="118590"/>
                </a:solidFill>
              </a:rPr>
              <a:t>Endpoint Capture</a:t>
            </a:r>
          </a:p>
        </p:txBody>
      </p:sp>
      <p:sp>
        <p:nvSpPr>
          <p:cNvPr id="21" name="threat-2-outline">
            <a:extLst xmlns:a="http://schemas.openxmlformats.org/drawingml/2006/main">
              <a:ext uri="{FF2B5EF4-FFF2-40B4-BE49-F238E27FC236}">
                <a16:creationId xmlns:a16="http://schemas.microsoft.com/office/drawing/2014/main" id="{03BE2C49-40AC-4E3E-924E-F7A03F5C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118590"/>
            </a:solidFill>
            <a:prstDash val="solid"/>
          </a:ln>
        </p:spPr>
      </p:sp>
      <p:cxnSp>
        <p:nvCxnSpPr>
          <p:cNvPr id="119" name=""/>
          <p:cNvCxnSpPr>
            <a:stCxn xmlns:a="http://schemas.openxmlformats.org/drawingml/2006/main" id="14" idx="4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514850" y="2857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1859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dependency-arrow-2">
            <a:extLst xmlns:a="http://schemas.openxmlformats.org/drawingml/2006/main">
              <a:ext uri="{FF2B5EF4-FFF2-40B4-BE49-F238E27FC236}">
                <a16:creationId xmlns:a16="http://schemas.microsoft.com/office/drawing/2014/main" id="{64BD0879-2034-407D-836A-3A0B84D4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62100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dependency-rel-2">
            <a:extLst xmlns:a="http://schemas.openxmlformats.org/drawingml/2006/main">
              <a:ext uri="{FF2B5EF4-FFF2-40B4-BE49-F238E27FC236}">
                <a16:creationId xmlns:a16="http://schemas.microsoft.com/office/drawing/2014/main" id="{55CDD27E-E751-4117-B197-7AFFAF6E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1144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54"/>
                </a:solidFill>
              </a:defRPr>
            </a:pPr>
            <a:r>
              <a:rPr sz="1200" b="1">
                <a:solidFill>
                  <a:srgbClr val="062B54"/>
                </a:solidFill>
              </a:rPr>
              <a:t>hosts</a:t>
            </a:r>
          </a:p>
        </p:txBody>
      </p:sp>
      <p:sp>
        <p:nvSpPr>
          <p:cNvPr id="25" name="dependency-title-3">
            <a:extLst xmlns:a="http://schemas.openxmlformats.org/drawingml/2006/main">
              <a:ext uri="{FF2B5EF4-FFF2-40B4-BE49-F238E27FC236}">
                <a16:creationId xmlns:a16="http://schemas.microsoft.com/office/drawing/2014/main" id="{8299F48D-301C-4147-BA65-4ED853A9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Link / Path</a:t>
            </a:r>
          </a:p>
        </p:txBody>
      </p:sp>
      <p:sp>
        <p:nvSpPr>
          <p:cNvPr id="26" name="dependency-object-3">
            <a:extLst xmlns:a="http://schemas.openxmlformats.org/drawingml/2006/main">
              <a:ext uri="{FF2B5EF4-FFF2-40B4-BE49-F238E27FC236}">
                <a16:creationId xmlns:a16="http://schemas.microsoft.com/office/drawing/2014/main" id="{D0A1C770-44A5-4A00-8E2B-52EA375F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96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d77edf5444d82"/>
          <a:srcRect xmlns:a="http://schemas.openxmlformats.org/drawingml/2006/main" l="0" t="197" r="0" b="1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7475" y="695325"/>
            <a:ext cx="2076450" cy="2076450"/>
          </a:xfrm>
          <a:prstGeom xmlns:a="http://schemas.openxmlformats.org/drawingml/2006/main" prst="ellipse">
            <a:avLst/>
          </a:prstGeom>
        </p:spPr>
      </p:pic>
      <p:sp>
        <p:nvSpPr>
          <p:cNvPr id="28" name="dependency-object-3-outline">
            <a:extLst xmlns:a="http://schemas.openxmlformats.org/drawingml/2006/main">
              <a:ext uri="{FF2B5EF4-FFF2-40B4-BE49-F238E27FC236}">
                <a16:creationId xmlns:a16="http://schemas.microsoft.com/office/drawing/2014/main" id="{8F89561F-1798-4A30-BF8C-52E15477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96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6BB0"/>
            </a:solidFill>
            <a:prstDash val="solid"/>
          </a:ln>
        </p:spPr>
      </p:sp>
      <p:sp>
        <p:nvSpPr>
          <p:cNvPr id="29" name="threat-3">
            <a:extLst xmlns:a="http://schemas.openxmlformats.org/drawingml/2006/main">
              <a:ext uri="{FF2B5EF4-FFF2-40B4-BE49-F238E27FC236}">
                <a16:creationId xmlns:a16="http://schemas.microsoft.com/office/drawing/2014/main" id="{09B4ECF7-45E0-40FB-8AE8-EA49E30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756caf28e4ac4"/>
          <a:stretch xmlns:a="http://schemas.openxmlformats.org/drawingml/2006/main"/>
        </p:blipFill>
        <p:spPr>
          <a:xfrm xmlns:a="http://schemas.openxmlformats.org/drawingml/2006/main">
            <a:off x="6600825" y="3311287"/>
            <a:ext cx="1809750" cy="1064102"/>
          </a:xfrm>
          <a:prstGeom xmlns:a="http://schemas.openxmlformats.org/drawingml/2006/main" prst="rect">
            <a:avLst/>
          </a:prstGeom>
        </p:spPr>
      </p:pic>
      <p:sp>
        <p:nvSpPr>
          <p:cNvPr id="31" name="threat-3-label-mask">
            <a:extLst xmlns:a="http://schemas.openxmlformats.org/drawingml/2006/main">
              <a:ext uri="{FF2B5EF4-FFF2-40B4-BE49-F238E27FC236}">
                <a16:creationId xmlns:a16="http://schemas.microsoft.com/office/drawing/2014/main" id="{616E0E08-0125-4FC4-8C21-EBF59896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1952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threat-3-label">
            <a:extLst xmlns:a="http://schemas.openxmlformats.org/drawingml/2006/main">
              <a:ext uri="{FF2B5EF4-FFF2-40B4-BE49-F238E27FC236}">
                <a16:creationId xmlns:a16="http://schemas.microsoft.com/office/drawing/2014/main" id="{385400FD-BC9C-40A1-9256-1BDCEA29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957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6BB0"/>
                </a:solidFill>
              </a:defRPr>
            </a:pPr>
            <a:r>
              <a:rPr sz="1575" b="1">
                <a:solidFill>
                  <a:srgbClr val="136BB0"/>
                </a:solidFill>
              </a:rPr>
              <a:t>Jamming / Route Attack</a:t>
            </a:r>
          </a:p>
        </p:txBody>
      </p:sp>
      <p:sp>
        <p:nvSpPr>
          <p:cNvPr id="33" name="threat-3-outline">
            <a:extLst xmlns:a="http://schemas.openxmlformats.org/drawingml/2006/main">
              <a:ext uri="{FF2B5EF4-FFF2-40B4-BE49-F238E27FC236}">
                <a16:creationId xmlns:a16="http://schemas.microsoft.com/office/drawing/2014/main" id="{8348851B-ADA1-47E0-9921-42DC4D8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136BB0"/>
            </a:solidFill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26" idx="4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505700" y="2857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36BB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dependency-arrow-3">
            <a:extLst xmlns:a="http://schemas.openxmlformats.org/drawingml/2006/main">
              <a:ext uri="{FF2B5EF4-FFF2-40B4-BE49-F238E27FC236}">
                <a16:creationId xmlns:a16="http://schemas.microsoft.com/office/drawing/2014/main" id="{DB09CF3B-64AB-4637-BDB3-FF18BAB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562100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dependency-rel-3">
            <a:extLst xmlns:a="http://schemas.openxmlformats.org/drawingml/2006/main">
              <a:ext uri="{FF2B5EF4-FFF2-40B4-BE49-F238E27FC236}">
                <a16:creationId xmlns:a16="http://schemas.microsoft.com/office/drawing/2014/main" id="{12C0A349-BDCF-4019-880C-C10B742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144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54"/>
                </a:solidFill>
              </a:defRPr>
            </a:pPr>
            <a:r>
              <a:rPr sz="1200" b="1">
                <a:solidFill>
                  <a:srgbClr val="062B54"/>
                </a:solidFill>
              </a:rPr>
              <a:t>transmits</a:t>
            </a:r>
          </a:p>
        </p:txBody>
      </p:sp>
      <p:sp>
        <p:nvSpPr>
          <p:cNvPr id="37" name="dependency-title-4">
            <a:extLst xmlns:a="http://schemas.openxmlformats.org/drawingml/2006/main">
              <a:ext uri="{FF2B5EF4-FFF2-40B4-BE49-F238E27FC236}">
                <a16:creationId xmlns:a16="http://schemas.microsoft.com/office/drawing/2014/main" id="{7B0E8765-0EFF-4538-A391-026A163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Data Product</a:t>
            </a:r>
          </a:p>
        </p:txBody>
      </p:sp>
      <p:sp>
        <p:nvSpPr>
          <p:cNvPr id="38" name="dependency-object-4">
            <a:extLst xmlns:a="http://schemas.openxmlformats.org/drawingml/2006/main">
              <a:ext uri="{FF2B5EF4-FFF2-40B4-BE49-F238E27FC236}">
                <a16:creationId xmlns:a16="http://schemas.microsoft.com/office/drawing/2014/main" id="{E4081125-9B2F-4A12-9464-19C2018E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96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3b06fc15649e4"/>
          <a:srcRect xmlns:a="http://schemas.openxmlformats.org/drawingml/2006/main" l="389" t="0" r="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58325" y="695325"/>
            <a:ext cx="2076450" cy="2076450"/>
          </a:xfrm>
          <a:prstGeom xmlns:a="http://schemas.openxmlformats.org/drawingml/2006/main" prst="ellipse">
            <a:avLst/>
          </a:prstGeom>
        </p:spPr>
      </p:pic>
      <p:sp>
        <p:nvSpPr>
          <p:cNvPr id="40" name="dependency-object-4-outline">
            <a:extLst xmlns:a="http://schemas.openxmlformats.org/drawingml/2006/main">
              <a:ext uri="{FF2B5EF4-FFF2-40B4-BE49-F238E27FC236}">
                <a16:creationId xmlns:a16="http://schemas.microsoft.com/office/drawing/2014/main" id="{1A2503BC-9A0D-4A6B-92F2-B5A492C2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96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C3496"/>
            </a:solidFill>
            <a:prstDash val="solid"/>
          </a:ln>
        </p:spPr>
      </p:sp>
      <p:sp>
        <p:nvSpPr>
          <p:cNvPr id="41" name="threat-4">
            <a:extLst xmlns:a="http://schemas.openxmlformats.org/drawingml/2006/main">
              <a:ext uri="{FF2B5EF4-FFF2-40B4-BE49-F238E27FC236}">
                <a16:creationId xmlns:a16="http://schemas.microsoft.com/office/drawing/2014/main" id="{F49AACD1-DA66-4102-8309-E2C7BED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7be77ef4b43b7"/>
          <a:stretch xmlns:a="http://schemas.openxmlformats.org/drawingml/2006/main"/>
        </p:blipFill>
        <p:spPr>
          <a:xfrm xmlns:a="http://schemas.openxmlformats.org/drawingml/2006/main">
            <a:off x="9591675" y="3313560"/>
            <a:ext cx="1809750" cy="1059554"/>
          </a:xfrm>
          <a:prstGeom xmlns:a="http://schemas.openxmlformats.org/drawingml/2006/main" prst="rect">
            <a:avLst/>
          </a:prstGeom>
        </p:spPr>
      </p:pic>
      <p:sp>
        <p:nvSpPr>
          <p:cNvPr id="43" name="threat-4-label-mask">
            <a:extLst xmlns:a="http://schemas.openxmlformats.org/drawingml/2006/main">
              <a:ext uri="{FF2B5EF4-FFF2-40B4-BE49-F238E27FC236}">
                <a16:creationId xmlns:a16="http://schemas.microsoft.com/office/drawing/2014/main" id="{D8827F19-3467-4FE9-A58C-6F5A94A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1952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threat-4-label">
            <a:extLst xmlns:a="http://schemas.openxmlformats.org/drawingml/2006/main">
              <a:ext uri="{FF2B5EF4-FFF2-40B4-BE49-F238E27FC236}">
                <a16:creationId xmlns:a16="http://schemas.microsoft.com/office/drawing/2014/main" id="{47872481-856D-4169-85B5-87F6E4A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957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C3496"/>
                </a:solidFill>
              </a:defRPr>
            </a:pPr>
            <a:r>
              <a:rPr sz="1575" b="1">
                <a:solidFill>
                  <a:srgbClr val="5C3496"/>
                </a:solidFill>
              </a:rPr>
              <a:t>Poisoning / Stale Replay</a:t>
            </a:r>
          </a:p>
        </p:txBody>
      </p:sp>
      <p:sp>
        <p:nvSpPr>
          <p:cNvPr id="45" name="threat-4-outline">
            <a:extLst xmlns:a="http://schemas.openxmlformats.org/drawingml/2006/main">
              <a:ext uri="{FF2B5EF4-FFF2-40B4-BE49-F238E27FC236}">
                <a16:creationId xmlns:a16="http://schemas.microsoft.com/office/drawing/2014/main" id="{E5F7B32E-CD8F-4CE8-8125-CB0E7485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5C3496"/>
            </a:solidFill>
            <a:prstDash val="solid"/>
          </a:ln>
        </p:spPr>
      </p:sp>
      <p:cxnSp>
        <p:nvCxnSpPr>
          <p:cNvPr id="143" name=""/>
          <p:cNvCxnSpPr>
            <a:stCxn xmlns:a="http://schemas.openxmlformats.org/drawingml/2006/main" id="38" idx="4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0496550" y="2857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5C349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7" name="dependency-arrow-4">
            <a:extLst xmlns:a="http://schemas.openxmlformats.org/drawingml/2006/main">
              <a:ext uri="{FF2B5EF4-FFF2-40B4-BE49-F238E27FC236}">
                <a16:creationId xmlns:a16="http://schemas.microsoft.com/office/drawing/2014/main" id="{8CE9D978-3F0E-4DF3-A3EF-F0BE2EE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562100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dependency-rel-4">
            <a:extLst xmlns:a="http://schemas.openxmlformats.org/drawingml/2006/main">
              <a:ext uri="{FF2B5EF4-FFF2-40B4-BE49-F238E27FC236}">
                <a16:creationId xmlns:a16="http://schemas.microsoft.com/office/drawing/2014/main" id="{CDEC3BA6-E70C-460A-9059-D40E1F85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1144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54"/>
                </a:solidFill>
              </a:defRPr>
            </a:pPr>
            <a:r>
              <a:rPr sz="1200" b="1">
                <a:solidFill>
                  <a:srgbClr val="062B54"/>
                </a:solidFill>
              </a:rPr>
              <a:t>consumed by</a:t>
            </a:r>
          </a:p>
        </p:txBody>
      </p:sp>
      <p:sp>
        <p:nvSpPr>
          <p:cNvPr id="49" name="dependency-title-5">
            <a:extLst xmlns:a="http://schemas.openxmlformats.org/drawingml/2006/main">
              <a:ext uri="{FF2B5EF4-FFF2-40B4-BE49-F238E27FC236}">
                <a16:creationId xmlns:a16="http://schemas.microsoft.com/office/drawing/2014/main" id="{08FF25D1-F4CB-4091-8BEE-73B708C7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7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Mission Consumer</a:t>
            </a:r>
          </a:p>
        </p:txBody>
      </p:sp>
      <p:sp>
        <p:nvSpPr>
          <p:cNvPr id="50" name="dependency-object-5">
            <a:extLst xmlns:a="http://schemas.openxmlformats.org/drawingml/2006/main">
              <a:ext uri="{FF2B5EF4-FFF2-40B4-BE49-F238E27FC236}">
                <a16:creationId xmlns:a16="http://schemas.microsoft.com/office/drawing/2014/main" id="{77FC969E-53E6-403A-AF06-E46593A3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96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17A0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7a6cfd5fe4639"/>
          <a:srcRect xmlns:a="http://schemas.openxmlformats.org/drawingml/2006/main" l="0" t="392" r="0" b="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49175" y="695325"/>
            <a:ext cx="2076450" cy="2076450"/>
          </a:xfrm>
          <a:prstGeom xmlns:a="http://schemas.openxmlformats.org/drawingml/2006/main" prst="ellipse">
            <a:avLst/>
          </a:prstGeom>
        </p:spPr>
      </p:pic>
      <p:sp>
        <p:nvSpPr>
          <p:cNvPr id="52" name="dependency-object-5-outline">
            <a:extLst xmlns:a="http://schemas.openxmlformats.org/drawingml/2006/main">
              <a:ext uri="{FF2B5EF4-FFF2-40B4-BE49-F238E27FC236}">
                <a16:creationId xmlns:a16="http://schemas.microsoft.com/office/drawing/2014/main" id="{BB50F0F7-3A1E-4B63-8C17-ABEEFF21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9600"/>
            <a:ext cx="2247900" cy="2247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7A08"/>
            </a:solidFill>
            <a:prstDash val="solid"/>
          </a:ln>
        </p:spPr>
      </p:sp>
      <p:sp>
        <p:nvSpPr>
          <p:cNvPr id="53" name="threat-5">
            <a:extLst xmlns:a="http://schemas.openxmlformats.org/drawingml/2006/main">
              <a:ext uri="{FF2B5EF4-FFF2-40B4-BE49-F238E27FC236}">
                <a16:creationId xmlns:a16="http://schemas.microsoft.com/office/drawing/2014/main" id="{1F3C5798-EA71-4BAA-996D-42F0AC16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17A0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b00ae58ef488d"/>
          <a:stretch xmlns:a="http://schemas.openxmlformats.org/drawingml/2006/main"/>
        </p:blipFill>
        <p:spPr>
          <a:xfrm xmlns:a="http://schemas.openxmlformats.org/drawingml/2006/main">
            <a:off x="12582525" y="3326805"/>
            <a:ext cx="1809750" cy="1033066"/>
          </a:xfrm>
          <a:prstGeom xmlns:a="http://schemas.openxmlformats.org/drawingml/2006/main" prst="rect">
            <a:avLst/>
          </a:prstGeom>
        </p:spPr>
      </p:pic>
      <p:sp>
        <p:nvSpPr>
          <p:cNvPr id="55" name="threat-5-label-mask">
            <a:extLst xmlns:a="http://schemas.openxmlformats.org/drawingml/2006/main">
              <a:ext uri="{FF2B5EF4-FFF2-40B4-BE49-F238E27FC236}">
                <a16:creationId xmlns:a16="http://schemas.microsoft.com/office/drawing/2014/main" id="{E83A591D-DF8E-4281-865B-63B3036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267200"/>
            <a:ext cx="1952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threat-5-label">
            <a:extLst xmlns:a="http://schemas.openxmlformats.org/drawingml/2006/main">
              <a:ext uri="{FF2B5EF4-FFF2-40B4-BE49-F238E27FC236}">
                <a16:creationId xmlns:a16="http://schemas.microsoft.com/office/drawing/2014/main" id="{04A4F3E1-59F9-42B7-81D6-F46AD59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2957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17A08"/>
                </a:solidFill>
              </a:defRPr>
            </a:pPr>
            <a:r>
              <a:rPr sz="1575" b="1">
                <a:solidFill>
                  <a:srgbClr val="D17A08"/>
                </a:solidFill>
              </a:rPr>
              <a:t>Unsafe Allocation</a:t>
            </a:r>
          </a:p>
        </p:txBody>
      </p:sp>
      <p:sp>
        <p:nvSpPr>
          <p:cNvPr id="57" name="threat-5-outline">
            <a:extLst xmlns:a="http://schemas.openxmlformats.org/drawingml/2006/main">
              <a:ext uri="{FF2B5EF4-FFF2-40B4-BE49-F238E27FC236}">
                <a16:creationId xmlns:a16="http://schemas.microsoft.com/office/drawing/2014/main" id="{0BDC92DD-23BA-4B90-A653-DFA41206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90875"/>
            <a:ext cx="2209800" cy="167640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D17A08"/>
            </a:solidFill>
            <a:prstDash val="solid"/>
          </a:ln>
        </p:spPr>
      </p:sp>
      <p:cxnSp>
        <p:nvCxnSpPr>
          <p:cNvPr id="155" name=""/>
          <p:cNvCxnSpPr>
            <a:stCxn xmlns:a="http://schemas.openxmlformats.org/drawingml/2006/main" id="50" idx="4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13487400" y="2857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D17A08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" name="mission-impact-propagation">
            <a:extLst xmlns:a="http://schemas.openxmlformats.org/drawingml/2006/main">
              <a:ext uri="{FF2B5EF4-FFF2-40B4-BE49-F238E27FC236}">
                <a16:creationId xmlns:a16="http://schemas.microsoft.com/office/drawing/2014/main" id="{6D7476C3-9F3E-474D-A996-A884F762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3430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5C40"/>
          </a:solidFill>
          <a:ln xmlns:a="http://schemas.openxmlformats.org/drawingml/2006/main" w="0">
            <a:solidFill>
              <a:srgbClr val="EF5C40"/>
            </a:solidFill>
            <a:prstDash val="solid"/>
          </a:ln>
        </p:spPr>
      </p:sp>
      <p:sp>
        <p:nvSpPr>
          <p:cNvPr id="60" name="propagation-branch-1">
            <a:extLst xmlns:a="http://schemas.openxmlformats.org/drawingml/2006/main">
              <a:ext uri="{FF2B5EF4-FFF2-40B4-BE49-F238E27FC236}">
                <a16:creationId xmlns:a16="http://schemas.microsoft.com/office/drawing/2014/main" id="{153890EE-A0EA-4CD8-AE60-3F464BF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C40"/>
          </a:solidFill>
          <a:ln xmlns:a="http://schemas.openxmlformats.org/drawingml/2006/main" w="9525">
            <a:solidFill>
              <a:srgbClr val="EF5C40"/>
            </a:solidFill>
            <a:prstDash val="solid"/>
          </a:ln>
        </p:spPr>
      </p:sp>
      <p:sp>
        <p:nvSpPr>
          <p:cNvPr id="61" name="propagation-branch-2">
            <a:extLst xmlns:a="http://schemas.openxmlformats.org/drawingml/2006/main">
              <a:ext uri="{FF2B5EF4-FFF2-40B4-BE49-F238E27FC236}">
                <a16:creationId xmlns:a16="http://schemas.microsoft.com/office/drawing/2014/main" id="{78E49AC9-B26F-4362-B3AD-612B242F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9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C40"/>
          </a:solidFill>
          <a:ln xmlns:a="http://schemas.openxmlformats.org/drawingml/2006/main" w="9525">
            <a:solidFill>
              <a:srgbClr val="EF5C40"/>
            </a:solidFill>
            <a:prstDash val="solid"/>
          </a:ln>
        </p:spPr>
      </p:sp>
      <p:sp>
        <p:nvSpPr>
          <p:cNvPr id="62" name="propagation-branch-3">
            <a:extLst xmlns:a="http://schemas.openxmlformats.org/drawingml/2006/main">
              <a:ext uri="{FF2B5EF4-FFF2-40B4-BE49-F238E27FC236}">
                <a16:creationId xmlns:a16="http://schemas.microsoft.com/office/drawing/2014/main" id="{7A07D4C1-490C-415E-9E4D-9C494D46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9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C40"/>
          </a:solidFill>
          <a:ln xmlns:a="http://schemas.openxmlformats.org/drawingml/2006/main" w="9525">
            <a:solidFill>
              <a:srgbClr val="EF5C40"/>
            </a:solidFill>
            <a:prstDash val="solid"/>
          </a:ln>
        </p:spPr>
      </p:sp>
      <p:sp>
        <p:nvSpPr>
          <p:cNvPr id="63" name="propagation-branch-4">
            <a:extLst xmlns:a="http://schemas.openxmlformats.org/drawingml/2006/main">
              <a:ext uri="{FF2B5EF4-FFF2-40B4-BE49-F238E27FC236}">
                <a16:creationId xmlns:a16="http://schemas.microsoft.com/office/drawing/2014/main" id="{A6FB54DA-A1E5-490E-B165-A09F70E8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19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C40"/>
          </a:solidFill>
          <a:ln xmlns:a="http://schemas.openxmlformats.org/drawingml/2006/main" w="9525">
            <a:solidFill>
              <a:srgbClr val="EF5C40"/>
            </a:solidFill>
            <a:prstDash val="solid"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c0e446f1b4d65"/>
          <a:stretch xmlns:a="http://schemas.openxmlformats.org/drawingml/2006/main"/>
        </p:blipFill>
        <p:spPr>
          <a:xfrm xmlns:a="http://schemas.openxmlformats.org/drawingml/2006/main">
            <a:off x="14020800" y="5058073"/>
            <a:ext cx="1047750" cy="818555"/>
          </a:xfrm>
          <a:prstGeom xmlns:a="http://schemas.openxmlformats.org/drawingml/2006/main" prst="ellipse">
            <a:avLst/>
          </a:prstGeom>
        </p:spPr>
      </p:pic>
      <p:sp>
        <p:nvSpPr>
          <p:cNvPr id="65" name="hypothesis-1">
            <a:extLst xmlns:a="http://schemas.openxmlformats.org/drawingml/2006/main">
              <a:ext uri="{FF2B5EF4-FFF2-40B4-BE49-F238E27FC236}">
                <a16:creationId xmlns:a16="http://schemas.microsoft.com/office/drawing/2014/main" id="{C55EDB0F-A4C3-4AD0-BB42-054E59CF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41910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23813">
            <a:solidFill>
              <a:srgbClr val="EF5C4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33413fba64408"/>
          <a:srcRect xmlns:a="http://schemas.openxmlformats.org/drawingml/2006/main" l="0" t="5667" r="0" b="5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" y="647700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67" name="hypothesis-1-state-1">
            <a:extLst xmlns:a="http://schemas.openxmlformats.org/drawingml/2006/main">
              <a:ext uri="{FF2B5EF4-FFF2-40B4-BE49-F238E27FC236}">
                <a16:creationId xmlns:a16="http://schemas.microsoft.com/office/drawing/2014/main" id="{01FF03EA-1CF1-4D20-9230-CF2AB79B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5C40"/>
            </a:solidFill>
            <a:prstDash val="solid"/>
          </a:ln>
        </p:spPr>
      </p:sp>
      <p:sp>
        <p:nvSpPr>
          <p:cNvPr id="68" name="hypothesis-1-state-2">
            <a:extLst xmlns:a="http://schemas.openxmlformats.org/drawingml/2006/main">
              <a:ext uri="{FF2B5EF4-FFF2-40B4-BE49-F238E27FC236}">
                <a16:creationId xmlns:a16="http://schemas.microsoft.com/office/drawing/2014/main" id="{7C0E314B-7926-42FB-A974-E95BC67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5C40"/>
            </a:solidFill>
            <a:prstDash val="solid"/>
          </a:ln>
        </p:spPr>
      </p:sp>
      <p:cxnSp>
        <p:nvCxnSpPr>
          <p:cNvPr id="166" name=""/>
          <p:cNvCxnSpPr>
            <a:stCxn xmlns:a="http://schemas.openxmlformats.org/drawingml/2006/main" id="67" idx="6"/>
            <a:endCxn xmlns:a="http://schemas.openxmlformats.org/drawingml/2006/main" id="68" idx="2"/>
          </p:cNvCxnSpPr>
          <p:nvPr/>
        </p:nvCxnSpPr>
        <p:spPr>
          <a:xfrm xmlns:a="http://schemas.openxmlformats.org/drawingml/2006/main">
            <a:off x="2676525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EF5C40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70" name="hypothesis-1-state-3">
            <a:extLst xmlns:a="http://schemas.openxmlformats.org/drawingml/2006/main">
              <a:ext uri="{FF2B5EF4-FFF2-40B4-BE49-F238E27FC236}">
                <a16:creationId xmlns:a16="http://schemas.microsoft.com/office/drawing/2014/main" id="{DDFE6C94-2032-49CF-8828-9472271B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28575">
            <a:solidFill>
              <a:srgbClr val="EF5C40"/>
            </a:solidFill>
            <a:prstDash val="dash"/>
          </a:ln>
        </p:spPr>
      </p:sp>
      <p:cxnSp>
        <p:nvCxnSpPr>
          <p:cNvPr id="168" name=""/>
          <p:cNvCxnSpPr>
            <a:stCxn xmlns:a="http://schemas.openxmlformats.org/drawingml/2006/main" id="68" idx="6"/>
            <a:endCxn xmlns:a="http://schemas.openxmlformats.org/drawingml/2006/main" id="70" idx="2"/>
          </p:cNvCxnSpPr>
          <p:nvPr/>
        </p:nvCxnSpPr>
        <p:spPr>
          <a:xfrm xmlns:a="http://schemas.openxmlformats.org/drawingml/2006/main">
            <a:off x="3267075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EF5C40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72" name="hypothesis-1-state-4">
            <a:extLst xmlns:a="http://schemas.openxmlformats.org/drawingml/2006/main">
              <a:ext uri="{FF2B5EF4-FFF2-40B4-BE49-F238E27FC236}">
                <a16:creationId xmlns:a16="http://schemas.microsoft.com/office/drawing/2014/main" id="{823A40E9-D543-47EE-BB17-A32670A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5C40"/>
            </a:solidFill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70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>
            <a:off x="3857625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EF5C40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74" name="hypothesis-1-label">
            <a:extLst xmlns:a="http://schemas.openxmlformats.org/drawingml/2006/main">
              <a:ext uri="{FF2B5EF4-FFF2-40B4-BE49-F238E27FC236}">
                <a16:creationId xmlns:a16="http://schemas.microsoft.com/office/drawing/2014/main" id="{67F177CE-61DE-4855-8487-26579122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5247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F5C40"/>
                </a:solidFill>
              </a:defRPr>
            </a:pPr>
            <a:r>
              <a:rPr sz="2025" b="1">
                <a:solidFill>
                  <a:srgbClr val="EF5C40"/>
                </a:solidFill>
              </a:rPr>
              <a:t>Malicious</a:t>
            </a:r>
          </a:p>
        </p:txBody>
      </p:sp>
      <p:cxnSp>
        <p:nvCxnSpPr>
          <p:cNvPr id="172" name=""/>
          <p:cNvCxnSpPr>
            <a:stCxn xmlns:a="http://schemas.openxmlformats.org/drawingml/2006/main" id="61" idx="4"/>
            <a:endCxn xmlns:a="http://schemas.openxmlformats.org/drawingml/2006/main" id="65" idx="0"/>
          </p:cNvCxnSpPr>
          <p:nvPr/>
        </p:nvCxnSpPr>
        <p:spPr>
          <a:xfrm xmlns:a="http://schemas.openxmlformats.org/drawingml/2006/main" flipH="1">
            <a:off x="2905125" y="5467350"/>
            <a:ext cx="164782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 cap="rnd">
            <a:solidFill>
              <a:srgbClr val="EF5C4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" name="hypothesis-2">
            <a:extLst xmlns:a="http://schemas.openxmlformats.org/drawingml/2006/main">
              <a:ext uri="{FF2B5EF4-FFF2-40B4-BE49-F238E27FC236}">
                <a16:creationId xmlns:a16="http://schemas.microsoft.com/office/drawing/2014/main" id="{C83677A0-CAD7-491F-8407-589B733C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38875"/>
            <a:ext cx="41910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23813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5f6f754a44108"/>
          <a:srcRect xmlns:a="http://schemas.openxmlformats.org/drawingml/2006/main" l="0" t="3819" r="0" b="3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647700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78" name="hypothesis-2-state-1">
            <a:extLst xmlns:a="http://schemas.openxmlformats.org/drawingml/2006/main">
              <a:ext uri="{FF2B5EF4-FFF2-40B4-BE49-F238E27FC236}">
                <a16:creationId xmlns:a16="http://schemas.microsoft.com/office/drawing/2014/main" id="{4A8DA1BB-FE8E-4C3B-80B5-87A4C3A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8590"/>
            </a:solidFill>
            <a:prstDash val="solid"/>
          </a:ln>
        </p:spPr>
      </p:sp>
      <p:sp>
        <p:nvSpPr>
          <p:cNvPr id="79" name="hypothesis-2-state-2">
            <a:extLst xmlns:a="http://schemas.openxmlformats.org/drawingml/2006/main">
              <a:ext uri="{FF2B5EF4-FFF2-40B4-BE49-F238E27FC236}">
                <a16:creationId xmlns:a16="http://schemas.microsoft.com/office/drawing/2014/main" id="{ECD2B47B-0AB0-4D21-84A8-E8B026FA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8590"/>
            </a:solidFill>
            <a:prstDash val="solid"/>
          </a:ln>
        </p:spPr>
      </p:sp>
      <p:cxnSp>
        <p:nvCxnSpPr>
          <p:cNvPr id="177" name=""/>
          <p:cNvCxnSpPr>
            <a:stCxn xmlns:a="http://schemas.openxmlformats.org/drawingml/2006/main" id="78" idx="6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7391400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118590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81" name="hypothesis-2-state-3">
            <a:extLst xmlns:a="http://schemas.openxmlformats.org/drawingml/2006/main">
              <a:ext uri="{FF2B5EF4-FFF2-40B4-BE49-F238E27FC236}">
                <a16:creationId xmlns:a16="http://schemas.microsoft.com/office/drawing/2014/main" id="{13D41EB8-E5E2-4DFA-9B2F-83E78D04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28575">
            <a:solidFill>
              <a:srgbClr val="118590"/>
            </a:solidFill>
            <a:prstDash val="dash"/>
          </a:ln>
        </p:spPr>
      </p:sp>
      <p:cxnSp>
        <p:nvCxnSpPr>
          <p:cNvPr id="179" name=""/>
          <p:cNvCxnSpPr>
            <a:stCxn xmlns:a="http://schemas.openxmlformats.org/drawingml/2006/main" id="79" idx="6"/>
            <a:endCxn xmlns:a="http://schemas.openxmlformats.org/drawingml/2006/main" id="81" idx="2"/>
          </p:cNvCxnSpPr>
          <p:nvPr/>
        </p:nvCxnSpPr>
        <p:spPr>
          <a:xfrm xmlns:a="http://schemas.openxmlformats.org/drawingml/2006/main">
            <a:off x="7981950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118590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83" name="hypothesis-2-state-4">
            <a:extLst xmlns:a="http://schemas.openxmlformats.org/drawingml/2006/main">
              <a:ext uri="{FF2B5EF4-FFF2-40B4-BE49-F238E27FC236}">
                <a16:creationId xmlns:a16="http://schemas.microsoft.com/office/drawing/2014/main" id="{3C056333-8219-4B73-AE3B-9F50E19C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8590"/>
            </a:solidFill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81" idx="6"/>
            <a:endCxn xmlns:a="http://schemas.openxmlformats.org/drawingml/2006/main" id="83" idx="2"/>
          </p:cNvCxnSpPr>
          <p:nvPr/>
        </p:nvCxnSpPr>
        <p:spPr>
          <a:xfrm xmlns:a="http://schemas.openxmlformats.org/drawingml/2006/main">
            <a:off x="8572500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118590"/>
            </a:solidFill>
            <a:prstDash val="solid"/>
            <a:round/>
            <a:headEnd type="none" w="med" len="med"/>
            <a:tailEnd type="triangle" w="sm" len="sm"/>
          </a:ln>
        </p:spPr>
      </p:cxnSp>
      <p:sp>
        <p:nvSpPr>
          <p:cNvPr id="85" name="hypothesis-2-label">
            <a:extLst xmlns:a="http://schemas.openxmlformats.org/drawingml/2006/main">
              <a:ext uri="{FF2B5EF4-FFF2-40B4-BE49-F238E27FC236}">
                <a16:creationId xmlns:a16="http://schemas.microsoft.com/office/drawing/2014/main" id="{466B7521-4C08-49A6-953D-8AF7FAC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5247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8590"/>
                </a:solidFill>
              </a:defRPr>
            </a:pPr>
            <a:r>
              <a:rPr sz="2025" b="1">
                <a:solidFill>
                  <a:srgbClr val="118590"/>
                </a:solidFill>
              </a:rPr>
              <a:t>Benign-Degraded</a:t>
            </a:r>
          </a:p>
        </p:txBody>
      </p:sp>
      <p:cxnSp>
        <p:nvCxnSpPr>
          <p:cNvPr id="183" name=""/>
          <p:cNvCxnSpPr>
            <a:stCxn xmlns:a="http://schemas.openxmlformats.org/drawingml/2006/main" id="62" idx="4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7600950" y="5467350"/>
            <a:ext cx="19050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 cap="rnd">
            <a:solidFill>
              <a:srgbClr val="11859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7" name="hypothesis-3">
            <a:extLst xmlns:a="http://schemas.openxmlformats.org/drawingml/2006/main">
              <a:ext uri="{FF2B5EF4-FFF2-40B4-BE49-F238E27FC236}">
                <a16:creationId xmlns:a16="http://schemas.microsoft.com/office/drawing/2014/main" id="{75C5A084-9760-4E4A-A33A-F9960B3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238875"/>
            <a:ext cx="41910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2a3ccb4f44fb4"/>
          <a:srcRect xmlns:a="http://schemas.openxmlformats.org/drawingml/2006/main" l="0" t="3819" r="0" b="3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67975" y="647700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89" name="hypothesis-3-state-1">
            <a:extLst xmlns:a="http://schemas.openxmlformats.org/drawingml/2006/main">
              <a:ext uri="{FF2B5EF4-FFF2-40B4-BE49-F238E27FC236}">
                <a16:creationId xmlns:a16="http://schemas.microsoft.com/office/drawing/2014/main" id="{94F8AC06-D903-4B8C-B65E-0761E58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C3496"/>
            </a:solidFill>
            <a:prstDash val="solid"/>
          </a:ln>
        </p:spPr>
      </p:sp>
      <p:sp>
        <p:nvSpPr>
          <p:cNvPr id="90" name="hypothesis-3-state-2">
            <a:extLst xmlns:a="http://schemas.openxmlformats.org/drawingml/2006/main">
              <a:ext uri="{FF2B5EF4-FFF2-40B4-BE49-F238E27FC236}">
                <a16:creationId xmlns:a16="http://schemas.microsoft.com/office/drawing/2014/main" id="{3AE03C01-F8F6-4CB4-AC8C-EF27001B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C3496"/>
            </a:solidFill>
            <a:prstDash val="solid"/>
          </a:ln>
        </p:spPr>
      </p:sp>
      <p:cxnSp>
        <p:nvCxnSpPr>
          <p:cNvPr id="188" name=""/>
          <p:cNvCxnSpPr>
            <a:stCxn xmlns:a="http://schemas.openxmlformats.org/drawingml/2006/main" id="89" idx="6"/>
            <a:endCxn xmlns:a="http://schemas.openxmlformats.org/drawingml/2006/main" id="90" idx="2"/>
          </p:cNvCxnSpPr>
          <p:nvPr/>
        </p:nvCxnSpPr>
        <p:spPr>
          <a:xfrm xmlns:a="http://schemas.openxmlformats.org/drawingml/2006/main">
            <a:off x="12106275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5C3496"/>
            </a:solidFill>
            <a:prstDash val="dash"/>
            <a:round/>
            <a:headEnd type="none" w="med" len="med"/>
            <a:tailEnd type="triangle" w="sm" len="sm"/>
          </a:ln>
        </p:spPr>
      </p:cxnSp>
      <p:sp>
        <p:nvSpPr>
          <p:cNvPr id="92" name="hypothesis-3-state-3">
            <a:extLst xmlns:a="http://schemas.openxmlformats.org/drawingml/2006/main">
              <a:ext uri="{FF2B5EF4-FFF2-40B4-BE49-F238E27FC236}">
                <a16:creationId xmlns:a16="http://schemas.microsoft.com/office/drawing/2014/main" id="{30798FFF-CB4F-47D9-8AEA-4AFF0E9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28575">
            <a:solidFill>
              <a:srgbClr val="5C3496"/>
            </a:solidFill>
            <a:prstDash val="dash"/>
          </a:ln>
        </p:spPr>
      </p:sp>
      <p:cxnSp>
        <p:nvCxnSpPr>
          <p:cNvPr id="190" name=""/>
          <p:cNvCxnSpPr>
            <a:stCxn xmlns:a="http://schemas.openxmlformats.org/drawingml/2006/main" id="90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12696825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5C3496"/>
            </a:solidFill>
            <a:prstDash val="dash"/>
            <a:round/>
            <a:headEnd type="none" w="med" len="med"/>
            <a:tailEnd type="triangle" w="sm" len="sm"/>
          </a:ln>
        </p:spPr>
      </p:cxnSp>
      <p:sp>
        <p:nvSpPr>
          <p:cNvPr id="94" name="hypothesis-3-state-4">
            <a:extLst xmlns:a="http://schemas.openxmlformats.org/drawingml/2006/main">
              <a:ext uri="{FF2B5EF4-FFF2-40B4-BE49-F238E27FC236}">
                <a16:creationId xmlns:a16="http://schemas.microsoft.com/office/drawing/2014/main" id="{3514F362-9AC0-4F95-B332-697982F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6772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C3496"/>
            </a:solidFill>
            <a:prstDash val="solid"/>
          </a:ln>
        </p:spPr>
      </p:sp>
      <p:cxnSp>
        <p:nvCxnSpPr>
          <p:cNvPr id="192" name=""/>
          <p:cNvCxnSpPr>
            <a:stCxn xmlns:a="http://schemas.openxmlformats.org/drawingml/2006/main" id="92" idx="6"/>
            <a:endCxn xmlns:a="http://schemas.openxmlformats.org/drawingml/2006/main" id="94" idx="2"/>
          </p:cNvCxnSpPr>
          <p:nvPr/>
        </p:nvCxnSpPr>
        <p:spPr>
          <a:xfrm xmlns:a="http://schemas.openxmlformats.org/drawingml/2006/main">
            <a:off x="13287375" y="6943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5C3496"/>
            </a:solidFill>
            <a:prstDash val="dash"/>
            <a:round/>
            <a:headEnd type="none" w="med" len="med"/>
            <a:tailEnd type="triangle" w="sm" len="sm"/>
          </a:ln>
        </p:spPr>
      </p:cxnSp>
      <p:sp>
        <p:nvSpPr>
          <p:cNvPr id="96" name="hypothesis-3-label">
            <a:extLst xmlns:a="http://schemas.openxmlformats.org/drawingml/2006/main">
              <a:ext uri="{FF2B5EF4-FFF2-40B4-BE49-F238E27FC236}">
                <a16:creationId xmlns:a16="http://schemas.microsoft.com/office/drawing/2014/main" id="{7F49BA01-0B8D-464C-8009-14A9D55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5247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C3496"/>
                </a:solidFill>
              </a:defRPr>
            </a:pPr>
            <a:r>
              <a:rPr sz="2025" b="1">
                <a:solidFill>
                  <a:srgbClr val="5C3496"/>
                </a:solidFill>
              </a:rPr>
              <a:t>Unknown</a:t>
            </a:r>
          </a:p>
        </p:txBody>
      </p:sp>
      <p:cxnSp>
        <p:nvCxnSpPr>
          <p:cNvPr id="194" name=""/>
          <p:cNvCxnSpPr>
            <a:stCxn xmlns:a="http://schemas.openxmlformats.org/drawingml/2006/main" id="63" idx="4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10648950" y="5467350"/>
            <a:ext cx="168592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 cap="rnd">
            <a:solidFill>
              <a:srgbClr val="5C3496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89445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ctg-node-1">
            <a:extLst xmlns:a="http://schemas.openxmlformats.org/drawingml/2006/main">
              <a:ext uri="{FF2B5EF4-FFF2-40B4-BE49-F238E27FC236}">
                <a16:creationId xmlns:a16="http://schemas.microsoft.com/office/drawing/2014/main" id="{3756B13E-88AD-4D74-9019-B06FF4E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5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0D4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9b1ede6e24a99"/>
          <a:stretch xmlns:a="http://schemas.openxmlformats.org/drawingml/2006/main"/>
        </p:blipFill>
        <p:spPr>
          <a:xfrm xmlns:a="http://schemas.openxmlformats.org/drawingml/2006/main">
            <a:off x="7217397" y="371475"/>
            <a:ext cx="805206" cy="781050"/>
          </a:xfrm>
          <a:prstGeom xmlns:a="http://schemas.openxmlformats.org/drawingml/2006/main" prst="rect">
            <a:avLst/>
          </a:prstGeom>
        </p:spPr>
      </p:pic>
      <p:sp>
        <p:nvSpPr>
          <p:cNvPr id="3" name="ctg-node-1-icon-mask">
            <a:extLst xmlns:a="http://schemas.openxmlformats.org/drawingml/2006/main">
              <a:ext uri="{FF2B5EF4-FFF2-40B4-BE49-F238E27FC236}">
                <a16:creationId xmlns:a16="http://schemas.microsoft.com/office/drawing/2014/main" id="{3F9958CC-CE0C-4337-A83B-699ECB68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1334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ctg-node-1-label">
            <a:extLst xmlns:a="http://schemas.openxmlformats.org/drawingml/2006/main">
              <a:ext uri="{FF2B5EF4-FFF2-40B4-BE49-F238E27FC236}">
                <a16:creationId xmlns:a16="http://schemas.microsoft.com/office/drawing/2014/main" id="{019B13EB-B5A2-45BA-8FC6-BD5E067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28725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Evidence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Capture</a:t>
            </a:r>
          </a:p>
        </p:txBody>
      </p:sp>
      <p:sp>
        <p:nvSpPr>
          <p:cNvPr id="5" name="ctg-node-1-outline">
            <a:extLst xmlns:a="http://schemas.openxmlformats.org/drawingml/2006/main">
              <a:ext uri="{FF2B5EF4-FFF2-40B4-BE49-F238E27FC236}">
                <a16:creationId xmlns:a16="http://schemas.microsoft.com/office/drawing/2014/main" id="{39815099-DE3E-4E11-864D-026EC5B8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52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D477A"/>
            </a:solidFill>
            <a:prstDash val="solid"/>
          </a:ln>
        </p:spPr>
      </p:sp>
      <p:sp>
        <p:nvSpPr>
          <p:cNvPr id="6" name="ctg-node-2">
            <a:extLst xmlns:a="http://schemas.openxmlformats.org/drawingml/2006/main">
              <a:ext uri="{FF2B5EF4-FFF2-40B4-BE49-F238E27FC236}">
                <a16:creationId xmlns:a16="http://schemas.microsoft.com/office/drawing/2014/main" id="{5990BA6A-176E-4A8D-A0A5-958EE0C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47382bcd4446d"/>
          <a:stretch xmlns:a="http://schemas.openxmlformats.org/drawingml/2006/main"/>
        </p:blipFill>
        <p:spPr>
          <a:xfrm xmlns:a="http://schemas.openxmlformats.org/drawingml/2006/main">
            <a:off x="10209296" y="1038225"/>
            <a:ext cx="822158" cy="781050"/>
          </a:xfrm>
          <a:prstGeom xmlns:a="http://schemas.openxmlformats.org/drawingml/2006/main" prst="rect">
            <a:avLst/>
          </a:prstGeom>
        </p:spPr>
      </p:pic>
      <p:sp>
        <p:nvSpPr>
          <p:cNvPr id="8" name="ctg-node-2-icon-mask">
            <a:extLst xmlns:a="http://schemas.openxmlformats.org/drawingml/2006/main">
              <a:ext uri="{FF2B5EF4-FFF2-40B4-BE49-F238E27FC236}">
                <a16:creationId xmlns:a16="http://schemas.microsoft.com/office/drawing/2014/main" id="{DB67AEB4-73D2-4E2C-B4F8-8541C27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022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9" name="ctg-node-2-label">
            <a:extLst xmlns:a="http://schemas.openxmlformats.org/drawingml/2006/main">
              <a:ext uri="{FF2B5EF4-FFF2-40B4-BE49-F238E27FC236}">
                <a16:creationId xmlns:a16="http://schemas.microsoft.com/office/drawing/2014/main" id="{8A3B8BBF-9917-4DB8-8AFC-E77C327C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895475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Reliability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Appraisal</a:t>
            </a:r>
          </a:p>
        </p:txBody>
      </p:sp>
      <p:sp>
        <p:nvSpPr>
          <p:cNvPr id="10" name="ctg-node-2-outline">
            <a:extLst xmlns:a="http://schemas.openxmlformats.org/drawingml/2006/main">
              <a:ext uri="{FF2B5EF4-FFF2-40B4-BE49-F238E27FC236}">
                <a16:creationId xmlns:a16="http://schemas.microsoft.com/office/drawing/2014/main" id="{4DBAE41E-8161-40E0-8B11-D8E884EB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36BB0"/>
            </a:solidFill>
            <a:prstDash val="solid"/>
          </a:ln>
        </p:spPr>
      </p:sp>
      <p:sp>
        <p:nvSpPr>
          <p:cNvPr id="11" name="ctg-node-3">
            <a:extLst xmlns:a="http://schemas.openxmlformats.org/drawingml/2006/main">
              <a:ext uri="{FF2B5EF4-FFF2-40B4-BE49-F238E27FC236}">
                <a16:creationId xmlns:a16="http://schemas.microsoft.com/office/drawing/2014/main" id="{70C11669-839A-4578-A0FF-1995D8E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952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27A7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db5d5412d41c8"/>
          <a:stretch xmlns:a="http://schemas.openxmlformats.org/drawingml/2006/main"/>
        </p:blipFill>
        <p:spPr>
          <a:xfrm xmlns:a="http://schemas.openxmlformats.org/drawingml/2006/main">
            <a:off x="12265127" y="3228975"/>
            <a:ext cx="806245" cy="781050"/>
          </a:xfrm>
          <a:prstGeom xmlns:a="http://schemas.openxmlformats.org/drawingml/2006/main" prst="rect">
            <a:avLst/>
          </a:prstGeom>
        </p:spPr>
      </p:pic>
      <p:sp>
        <p:nvSpPr>
          <p:cNvPr id="13" name="ctg-node-3-icon-mask">
            <a:extLst xmlns:a="http://schemas.openxmlformats.org/drawingml/2006/main">
              <a:ext uri="{FF2B5EF4-FFF2-40B4-BE49-F238E27FC236}">
                <a16:creationId xmlns:a16="http://schemas.microsoft.com/office/drawing/2014/main" id="{07AD6D27-5AB5-4B73-BCEB-8E2936BE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9909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14" name="ctg-node-3-label">
            <a:extLst xmlns:a="http://schemas.openxmlformats.org/drawingml/2006/main">
              <a:ext uri="{FF2B5EF4-FFF2-40B4-BE49-F238E27FC236}">
                <a16:creationId xmlns:a16="http://schemas.microsoft.com/office/drawing/2014/main" id="{2A7E103C-1883-4DD0-803F-0EA8EC9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086225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Object-State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Inference</a:t>
            </a:r>
          </a:p>
        </p:txBody>
      </p:sp>
      <p:sp>
        <p:nvSpPr>
          <p:cNvPr id="15" name="ctg-node-3-outline">
            <a:extLst xmlns:a="http://schemas.openxmlformats.org/drawingml/2006/main">
              <a:ext uri="{FF2B5EF4-FFF2-40B4-BE49-F238E27FC236}">
                <a16:creationId xmlns:a16="http://schemas.microsoft.com/office/drawing/2014/main" id="{1604F0CB-074F-463D-A876-D980B959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9527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7A7BE"/>
            </a:solidFill>
            <a:prstDash val="solid"/>
          </a:ln>
        </p:spPr>
      </p:sp>
      <p:sp>
        <p:nvSpPr>
          <p:cNvPr id="16" name="ctg-node-4">
            <a:extLst xmlns:a="http://schemas.openxmlformats.org/drawingml/2006/main">
              <a:ext uri="{FF2B5EF4-FFF2-40B4-BE49-F238E27FC236}">
                <a16:creationId xmlns:a16="http://schemas.microsoft.com/office/drawing/2014/main" id="{A151C1C3-CAAF-4448-9449-BEE82D5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572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ad2410cd2421d"/>
          <a:stretch xmlns:a="http://schemas.openxmlformats.org/drawingml/2006/main"/>
        </p:blipFill>
        <p:spPr>
          <a:xfrm xmlns:a="http://schemas.openxmlformats.org/drawingml/2006/main">
            <a:off x="10467975" y="58483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8" name="ctg-node-4-icon-mask">
            <a:extLst xmlns:a="http://schemas.openxmlformats.org/drawingml/2006/main">
              <a:ext uri="{FF2B5EF4-FFF2-40B4-BE49-F238E27FC236}">
                <a16:creationId xmlns:a16="http://schemas.microsoft.com/office/drawing/2014/main" id="{DBFB75E9-0811-4E94-9CB1-B8E44C19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6103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19" name="ctg-node-4-label">
            <a:extLst xmlns:a="http://schemas.openxmlformats.org/drawingml/2006/main">
              <a:ext uri="{FF2B5EF4-FFF2-40B4-BE49-F238E27FC236}">
                <a16:creationId xmlns:a16="http://schemas.microsoft.com/office/drawing/2014/main" id="{E56AA5E1-7103-4493-A25A-B77F2333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705600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Dependency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Propagation</a:t>
            </a:r>
          </a:p>
        </p:txBody>
      </p:sp>
      <p:sp>
        <p:nvSpPr>
          <p:cNvPr id="20" name="ctg-node-4-outline">
            <a:extLst xmlns:a="http://schemas.openxmlformats.org/drawingml/2006/main">
              <a:ext uri="{FF2B5EF4-FFF2-40B4-BE49-F238E27FC236}">
                <a16:creationId xmlns:a16="http://schemas.microsoft.com/office/drawing/2014/main" id="{B6F16BF2-3148-46E4-8545-B3C82B3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572125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18590"/>
            </a:solidFill>
            <a:prstDash val="solid"/>
          </a:ln>
        </p:spPr>
      </p:sp>
      <p:sp>
        <p:nvSpPr>
          <p:cNvPr id="21" name="ctg-node-5">
            <a:extLst xmlns:a="http://schemas.openxmlformats.org/drawingml/2006/main">
              <a:ext uri="{FF2B5EF4-FFF2-40B4-BE49-F238E27FC236}">
                <a16:creationId xmlns:a16="http://schemas.microsoft.com/office/drawing/2014/main" id="{57E1DDB4-FC98-4FB1-82A2-C960F46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381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fd4a2ebba43d2"/>
          <a:stretch xmlns:a="http://schemas.openxmlformats.org/drawingml/2006/main"/>
        </p:blipFill>
        <p:spPr>
          <a:xfrm xmlns:a="http://schemas.openxmlformats.org/drawingml/2006/main">
            <a:off x="7096125" y="6729064"/>
            <a:ext cx="1047750" cy="638872"/>
          </a:xfrm>
          <a:prstGeom xmlns:a="http://schemas.openxmlformats.org/drawingml/2006/main" prst="rect">
            <a:avLst/>
          </a:prstGeom>
        </p:spPr>
      </p:pic>
      <p:sp>
        <p:nvSpPr>
          <p:cNvPr id="23" name="ctg-node-5-icon-mask">
            <a:extLst xmlns:a="http://schemas.openxmlformats.org/drawingml/2006/main">
              <a:ext uri="{FF2B5EF4-FFF2-40B4-BE49-F238E27FC236}">
                <a16:creationId xmlns:a16="http://schemas.microsoft.com/office/drawing/2014/main" id="{A686C835-F982-474F-AA91-FB6A908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74199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4" name="ctg-node-5-label">
            <a:extLst xmlns:a="http://schemas.openxmlformats.org/drawingml/2006/main">
              <a:ext uri="{FF2B5EF4-FFF2-40B4-BE49-F238E27FC236}">
                <a16:creationId xmlns:a16="http://schemas.microsoft.com/office/drawing/2014/main" id="{E34918FC-8BB6-4067-85DE-E7629E40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515225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Uncertainty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Expression</a:t>
            </a:r>
          </a:p>
        </p:txBody>
      </p:sp>
      <p:sp>
        <p:nvSpPr>
          <p:cNvPr id="25" name="ctg-node-5-outline">
            <a:extLst xmlns:a="http://schemas.openxmlformats.org/drawingml/2006/main">
              <a:ext uri="{FF2B5EF4-FFF2-40B4-BE49-F238E27FC236}">
                <a16:creationId xmlns:a16="http://schemas.microsoft.com/office/drawing/2014/main" id="{BDFC6C04-691A-4C6C-B066-EAD7DEC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3817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18590"/>
            </a:solidFill>
            <a:prstDash val="solid"/>
          </a:ln>
        </p:spPr>
      </p:sp>
      <p:sp>
        <p:nvSpPr>
          <p:cNvPr id="26" name="ctg-node-6">
            <a:extLst xmlns:a="http://schemas.openxmlformats.org/drawingml/2006/main">
              <a:ext uri="{FF2B5EF4-FFF2-40B4-BE49-F238E27FC236}">
                <a16:creationId xmlns:a16="http://schemas.microsoft.com/office/drawing/2014/main" id="{01EB5E7C-64E9-482E-AD7C-8ACAC268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D17A0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a9a13e2224655"/>
          <a:stretch xmlns:a="http://schemas.openxmlformats.org/drawingml/2006/main"/>
        </p:blipFill>
        <p:spPr>
          <a:xfrm xmlns:a="http://schemas.openxmlformats.org/drawingml/2006/main">
            <a:off x="3951923" y="5848350"/>
            <a:ext cx="859155" cy="781050"/>
          </a:xfrm>
          <a:prstGeom xmlns:a="http://schemas.openxmlformats.org/drawingml/2006/main" prst="rect">
            <a:avLst/>
          </a:prstGeom>
        </p:spPr>
      </p:pic>
      <p:sp>
        <p:nvSpPr>
          <p:cNvPr id="28" name="ctg-node-6-icon-mask">
            <a:extLst xmlns:a="http://schemas.openxmlformats.org/drawingml/2006/main">
              <a:ext uri="{FF2B5EF4-FFF2-40B4-BE49-F238E27FC236}">
                <a16:creationId xmlns:a16="http://schemas.microsoft.com/office/drawing/2014/main" id="{8324A373-F2A7-4B31-824F-4B79E2B6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6103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9" name="ctg-node-6-label">
            <a:extLst xmlns:a="http://schemas.openxmlformats.org/drawingml/2006/main">
              <a:ext uri="{FF2B5EF4-FFF2-40B4-BE49-F238E27FC236}">
                <a16:creationId xmlns:a16="http://schemas.microsoft.com/office/drawing/2014/main" id="{B55D3B54-3A84-49C9-A599-6CA4CFF2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705600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Policy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Action</a:t>
            </a:r>
          </a:p>
        </p:txBody>
      </p:sp>
      <p:sp>
        <p:nvSpPr>
          <p:cNvPr id="30" name="ctg-node-6-outline">
            <a:extLst xmlns:a="http://schemas.openxmlformats.org/drawingml/2006/main">
              <a:ext uri="{FF2B5EF4-FFF2-40B4-BE49-F238E27FC236}">
                <a16:creationId xmlns:a16="http://schemas.microsoft.com/office/drawing/2014/main" id="{E2189297-BA1A-4E96-8245-F3D8909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D17A08"/>
            </a:solidFill>
            <a:prstDash val="solid"/>
          </a:ln>
        </p:spPr>
      </p:sp>
      <p:sp>
        <p:nvSpPr>
          <p:cNvPr id="31" name="ctg-node-7">
            <a:extLst xmlns:a="http://schemas.openxmlformats.org/drawingml/2006/main">
              <a:ext uri="{FF2B5EF4-FFF2-40B4-BE49-F238E27FC236}">
                <a16:creationId xmlns:a16="http://schemas.microsoft.com/office/drawing/2014/main" id="{EBB957C3-5591-4567-BCF4-B209CD70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c9e6065e24045"/>
          <a:stretch xmlns:a="http://schemas.openxmlformats.org/drawingml/2006/main"/>
        </p:blipFill>
        <p:spPr>
          <a:xfrm xmlns:a="http://schemas.openxmlformats.org/drawingml/2006/main">
            <a:off x="1955223" y="3228975"/>
            <a:ext cx="852055" cy="781050"/>
          </a:xfrm>
          <a:prstGeom xmlns:a="http://schemas.openxmlformats.org/drawingml/2006/main" prst="rect">
            <a:avLst/>
          </a:prstGeom>
        </p:spPr>
      </p:pic>
      <p:sp>
        <p:nvSpPr>
          <p:cNvPr id="33" name="ctg-node-7-icon-mask">
            <a:extLst xmlns:a="http://schemas.openxmlformats.org/drawingml/2006/main">
              <a:ext uri="{FF2B5EF4-FFF2-40B4-BE49-F238E27FC236}">
                <a16:creationId xmlns:a16="http://schemas.microsoft.com/office/drawing/2014/main" id="{920B38D7-EBDA-4879-A771-30185348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909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4" name="ctg-node-7-label">
            <a:extLst xmlns:a="http://schemas.openxmlformats.org/drawingml/2006/main">
              <a:ext uri="{FF2B5EF4-FFF2-40B4-BE49-F238E27FC236}">
                <a16:creationId xmlns:a16="http://schemas.microsoft.com/office/drawing/2014/main" id="{2750DDC4-4988-4EB8-8285-8C5CFEA5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86225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Accountable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Audit</a:t>
            </a:r>
          </a:p>
        </p:txBody>
      </p:sp>
      <p:sp>
        <p:nvSpPr>
          <p:cNvPr id="35" name="ctg-node-7-outline">
            <a:extLst xmlns:a="http://schemas.openxmlformats.org/drawingml/2006/main">
              <a:ext uri="{FF2B5EF4-FFF2-40B4-BE49-F238E27FC236}">
                <a16:creationId xmlns:a16="http://schemas.microsoft.com/office/drawing/2014/main" id="{07478E77-26EF-4FA9-87CE-9AAB991D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C3496"/>
            </a:solidFill>
            <a:prstDash val="solid"/>
          </a:ln>
        </p:spPr>
      </p:sp>
      <p:sp>
        <p:nvSpPr>
          <p:cNvPr id="36" name="ctg-node-8">
            <a:extLst xmlns:a="http://schemas.openxmlformats.org/drawingml/2006/main">
              <a:ext uri="{FF2B5EF4-FFF2-40B4-BE49-F238E27FC236}">
                <a16:creationId xmlns:a16="http://schemas.microsoft.com/office/drawing/2014/main" id="{0D438DBB-E0C8-4E1C-B678-3C0AAAA4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0480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dd277e4fc430a"/>
          <a:stretch xmlns:a="http://schemas.openxmlformats.org/drawingml/2006/main"/>
        </p:blipFill>
        <p:spPr>
          <a:xfrm xmlns:a="http://schemas.openxmlformats.org/drawingml/2006/main">
            <a:off x="4013688" y="1038225"/>
            <a:ext cx="1021373" cy="781050"/>
          </a:xfrm>
          <a:prstGeom xmlns:a="http://schemas.openxmlformats.org/drawingml/2006/main" prst="rect">
            <a:avLst/>
          </a:prstGeom>
        </p:spPr>
      </p:pic>
      <p:sp>
        <p:nvSpPr>
          <p:cNvPr id="38" name="ctg-node-8-icon-mask">
            <a:extLst xmlns:a="http://schemas.openxmlformats.org/drawingml/2006/main">
              <a:ext uri="{FF2B5EF4-FFF2-40B4-BE49-F238E27FC236}">
                <a16:creationId xmlns:a16="http://schemas.microsoft.com/office/drawing/2014/main" id="{F7B4C6E1-B5A5-4232-B2BA-0EDBCC10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022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ctg-node-8-label">
            <a:extLst xmlns:a="http://schemas.openxmlformats.org/drawingml/2006/main">
              <a:ext uri="{FF2B5EF4-FFF2-40B4-BE49-F238E27FC236}">
                <a16:creationId xmlns:a16="http://schemas.microsoft.com/office/drawing/2014/main" id="{D52A052E-5310-4058-AFFF-86D7A28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95475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Operational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Feedback</a:t>
            </a:r>
          </a:p>
        </p:txBody>
      </p:sp>
      <p:sp>
        <p:nvSpPr>
          <p:cNvPr id="40" name="ctg-node-8-outline">
            <a:extLst xmlns:a="http://schemas.openxmlformats.org/drawingml/2006/main">
              <a:ext uri="{FF2B5EF4-FFF2-40B4-BE49-F238E27FC236}">
                <a16:creationId xmlns:a16="http://schemas.microsoft.com/office/drawing/2014/main" id="{2B7BE6BC-FEE4-445D-BF47-A0B38F0C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36BB0"/>
            </a:solidFill>
            <a:prstDash val="solid"/>
          </a:ln>
        </p:spPr>
      </p:sp>
      <p:cxnSp>
        <p:nvCxnSpPr>
          <p:cNvPr id="100" name=""/>
          <p:cNvCxnSpPr>
            <a:stCxn xmlns:a="http://schemas.openxmlformats.org/drawingml/2006/main" id="1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 rot="16200000" flipH="1">
            <a:off x="8786813" y="928688"/>
            <a:ext cx="666750" cy="10001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0D477A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1" name=""/>
          <p:cNvCxnSpPr>
            <a:stCxn xmlns:a="http://schemas.openxmlformats.org/drawingml/2006/main" id="6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 rot="16200000" flipH="1">
            <a:off x="11256133" y="2540758"/>
            <a:ext cx="776360" cy="63348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136BB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2" name=""/>
          <p:cNvCxnSpPr>
            <a:stCxn xmlns:a="http://schemas.openxmlformats.org/drawingml/2006/main" id="11" idx="3"/>
            <a:endCxn xmlns:a="http://schemas.openxmlformats.org/drawingml/2006/main" id="16" idx="7"/>
          </p:cNvCxnSpPr>
          <p:nvPr/>
        </p:nvCxnSpPr>
        <p:spPr>
          <a:xfrm xmlns:a="http://schemas.openxmlformats.org/drawingml/2006/main" rot="5400000">
            <a:off x="11160883" y="5064883"/>
            <a:ext cx="1204985" cy="39536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27A7BE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3" name=""/>
          <p:cNvCxnSpPr>
            <a:stCxn xmlns:a="http://schemas.openxmlformats.org/drawingml/2006/main" id="16" idx="2"/>
            <a:endCxn xmlns:a="http://schemas.openxmlformats.org/drawingml/2006/main" id="21" idx="7"/>
          </p:cNvCxnSpPr>
          <p:nvPr/>
        </p:nvCxnSpPr>
        <p:spPr>
          <a:xfrm xmlns:a="http://schemas.openxmlformats.org/drawingml/2006/main" rot="5400000">
            <a:off x="9041570" y="5857875"/>
            <a:ext cx="102430" cy="153118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11859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4" name=""/>
          <p:cNvCxnSpPr>
            <a:stCxn xmlns:a="http://schemas.openxmlformats.org/drawingml/2006/main" id="21" idx="1"/>
            <a:endCxn xmlns:a="http://schemas.openxmlformats.org/drawingml/2006/main" id="26" idx="6"/>
          </p:cNvCxnSpPr>
          <p:nvPr/>
        </p:nvCxnSpPr>
        <p:spPr>
          <a:xfrm xmlns:a="http://schemas.openxmlformats.org/drawingml/2006/main" rot="16200000" flipH="1">
            <a:off x="6096000" y="5857875"/>
            <a:ext cx="102430" cy="153118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11859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5" name=""/>
          <p:cNvCxnSpPr>
            <a:stCxn xmlns:a="http://schemas.openxmlformats.org/drawingml/2006/main" id="26" idx="1"/>
            <a:endCxn xmlns:a="http://schemas.openxmlformats.org/drawingml/2006/main" id="31" idx="5"/>
          </p:cNvCxnSpPr>
          <p:nvPr/>
        </p:nvCxnSpPr>
        <p:spPr>
          <a:xfrm xmlns:a="http://schemas.openxmlformats.org/drawingml/2006/main" rot="16200000" flipH="1">
            <a:off x="2778883" y="4969633"/>
            <a:ext cx="1204985" cy="58586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D17A08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6" name=""/>
          <p:cNvCxnSpPr>
            <a:stCxn xmlns:a="http://schemas.openxmlformats.org/drawingml/2006/main" id="31" idx="7"/>
            <a:endCxn xmlns:a="http://schemas.openxmlformats.org/drawingml/2006/main" id="36" idx="3"/>
          </p:cNvCxnSpPr>
          <p:nvPr/>
        </p:nvCxnSpPr>
        <p:spPr>
          <a:xfrm xmlns:a="http://schemas.openxmlformats.org/drawingml/2006/main" rot="5400000">
            <a:off x="3064633" y="2493133"/>
            <a:ext cx="776360" cy="72873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5C3496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07" name=""/>
          <p:cNvCxnSpPr>
            <a:stCxn xmlns:a="http://schemas.openxmlformats.org/drawingml/2006/main" id="36" idx="6"/>
            <a:endCxn xmlns:a="http://schemas.openxmlformats.org/drawingml/2006/main" id="1" idx="2"/>
          </p:cNvCxnSpPr>
          <p:nvPr/>
        </p:nvCxnSpPr>
        <p:spPr>
          <a:xfrm xmlns:a="http://schemas.openxmlformats.org/drawingml/2006/main" rot="5400000">
            <a:off x="5738813" y="881063"/>
            <a:ext cx="666750" cy="1095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85725" cap="rnd">
            <a:solidFill>
              <a:srgbClr val="136BB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49" name="ctg-context-disc">
            <a:extLst xmlns:a="http://schemas.openxmlformats.org/drawingml/2006/main">
              <a:ext uri="{FF2B5EF4-FFF2-40B4-BE49-F238E27FC236}">
                <a16:creationId xmlns:a16="http://schemas.microsoft.com/office/drawing/2014/main" id="{BFA61923-7BB0-447A-888D-70CB9A6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05050"/>
            <a:ext cx="4286250" cy="428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CFA"/>
          </a:solidFill>
          <a:ln xmlns:a="http://schemas.openxmlformats.org/drawingml/2006/main" w="952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0" name="ctg-divider-up">
            <a:extLst xmlns:a="http://schemas.openxmlformats.org/drawingml/2006/main">
              <a:ext uri="{FF2B5EF4-FFF2-40B4-BE49-F238E27FC236}">
                <a16:creationId xmlns:a16="http://schemas.microsoft.com/office/drawing/2014/main" id="{BAA142A8-7006-4C4A-9B5D-991D5E1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9525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51" name="ctg-divider-left">
            <a:extLst xmlns:a="http://schemas.openxmlformats.org/drawingml/2006/main">
              <a:ext uri="{FF2B5EF4-FFF2-40B4-BE49-F238E27FC236}">
                <a16:creationId xmlns:a16="http://schemas.microsoft.com/office/drawing/2014/main" id="{A0CD3EB2-7867-43D9-9798-CF6EA541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43575" y="4191000"/>
            <a:ext cx="1876425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52" name="ctg-divider-right">
            <a:extLst xmlns:a="http://schemas.openxmlformats.org/drawingml/2006/main">
              <a:ext uri="{FF2B5EF4-FFF2-40B4-BE49-F238E27FC236}">
                <a16:creationId xmlns:a16="http://schemas.microsoft.com/office/drawing/2014/main" id="{9017847F-EFC2-4EEF-A5C0-A5282748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876425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6c2a556f841f6"/>
          <a:stretch xmlns:a="http://schemas.openxmlformats.org/drawingml/2006/main"/>
        </p:blipFill>
        <p:spPr>
          <a:xfrm xmlns:a="http://schemas.openxmlformats.org/drawingml/2006/main">
            <a:off x="6096000" y="3010580"/>
            <a:ext cx="1143000" cy="979714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5477b511f4da4"/>
          <a:stretch xmlns:a="http://schemas.openxmlformats.org/drawingml/2006/main"/>
        </p:blipFill>
        <p:spPr>
          <a:xfrm xmlns:a="http://schemas.openxmlformats.org/drawingml/2006/main">
            <a:off x="8016875" y="3000375"/>
            <a:ext cx="1111250" cy="1000125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ea85df4bd4445"/>
          <a:stretch xmlns:a="http://schemas.openxmlformats.org/drawingml/2006/main"/>
        </p:blipFill>
        <p:spPr>
          <a:xfrm xmlns:a="http://schemas.openxmlformats.org/drawingml/2006/main">
            <a:off x="6858000" y="4939605"/>
            <a:ext cx="1571625" cy="884039"/>
          </a:xfrm>
          <a:prstGeom xmlns:a="http://schemas.openxmlformats.org/drawingml/2006/main" prst="rect">
            <a:avLst/>
          </a:prstGeom>
        </p:spPr>
      </p:pic>
      <p:sp>
        <p:nvSpPr>
          <p:cNvPr id="56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79593941-FC49-4A61-A520-CAC2912B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C3496"/>
                </a:solidFill>
              </a:defRPr>
            </a:pPr>
            <a:r>
              <a:rPr sz="2025" b="1">
                <a:solidFill>
                  <a:srgbClr val="5C3496"/>
                </a:solidFill>
              </a:rPr>
              <a:t>Context</a:t>
            </a:r>
          </a:p>
        </p:txBody>
      </p:sp>
      <p:sp>
        <p:nvSpPr>
          <p:cNvPr id="57" name="time-label">
            <a:extLst xmlns:a="http://schemas.openxmlformats.org/drawingml/2006/main">
              <a:ext uri="{FF2B5EF4-FFF2-40B4-BE49-F238E27FC236}">
                <a16:creationId xmlns:a16="http://schemas.microsoft.com/office/drawing/2014/main" id="{32E0F53B-6A8F-452D-9213-9CA5A996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C3496"/>
                </a:solidFill>
              </a:defRPr>
            </a:pPr>
            <a:r>
              <a:rPr sz="2025" b="1">
                <a:solidFill>
                  <a:srgbClr val="5C3496"/>
                </a:solidFill>
              </a:rPr>
              <a:t>Time</a:t>
            </a:r>
          </a:p>
        </p:txBody>
      </p:sp>
      <p:sp>
        <p:nvSpPr>
          <p:cNvPr id="58" name="mission-label">
            <a:extLst xmlns:a="http://schemas.openxmlformats.org/drawingml/2006/main">
              <a:ext uri="{FF2B5EF4-FFF2-40B4-BE49-F238E27FC236}">
                <a16:creationId xmlns:a16="http://schemas.microsoft.com/office/drawing/2014/main" id="{8D69FB93-8842-4970-8B23-68720DF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483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C3496"/>
                </a:solidFill>
              </a:defRPr>
            </a:pPr>
            <a:r>
              <a:rPr sz="2025" b="1">
                <a:solidFill>
                  <a:srgbClr val="5C3496"/>
                </a:solidFill>
              </a:rPr>
              <a:t>Mission</a:t>
            </a:r>
          </a:p>
        </p:txBody>
      </p:sp>
      <p:sp>
        <p:nvSpPr>
          <p:cNvPr id="59" name="ctg-center-shield">
            <a:extLst xmlns:a="http://schemas.openxmlformats.org/drawingml/2006/main">
              <a:ext uri="{FF2B5EF4-FFF2-40B4-BE49-F238E27FC236}">
                <a16:creationId xmlns:a16="http://schemas.microsoft.com/office/drawing/2014/main" id="{8589549E-B01A-4726-9CE3-5CAC72C6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29075"/>
            <a:ext cx="857250" cy="933450"/>
          </a:xfrm>
          <a:prstGeom xmlns:a="http://schemas.openxmlformats.org/drawingml/2006/main" prst="pentag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0955">
            <a:solidFill>
              <a:srgbClr val="5C34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87" b="1">
                <a:solidFill>
                  <a:srgbClr val="5C3496"/>
                </a:solidFill>
              </a:defRPr>
            </a:pPr>
            <a:r>
              <a:rPr sz="3087" b="1">
                <a:solidFill>
                  <a:srgbClr val="5C3496"/>
                </a:solidFill>
              </a:rPr>
              <a:t>★</a:t>
            </a:r>
          </a:p>
        </p:txBody>
      </p:sp>
    </p:spTree>
    <p:extLst>
      <p:ext uri="{BB962C8B-B14F-4D97-AF65-F5344CB8AC3E}">
        <p14:creationId xmlns:p14="http://schemas.microsoft.com/office/powerpoint/2010/main" val="1177584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permissioned-ledger-hub">
            <a:extLst xmlns:a="http://schemas.openxmlformats.org/drawingml/2006/main">
              <a:ext uri="{FF2B5EF4-FFF2-40B4-BE49-F238E27FC236}">
                <a16:creationId xmlns:a16="http://schemas.microsoft.com/office/drawing/2014/main" id="{506EF045-484A-483C-83E5-323310A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47625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permissioned-ledger-inner-ring">
            <a:extLst xmlns:a="http://schemas.openxmlformats.org/drawingml/2006/main">
              <a:ext uri="{FF2B5EF4-FFF2-40B4-BE49-F238E27FC236}">
                <a16:creationId xmlns:a16="http://schemas.microsoft.com/office/drawing/2014/main" id="{989E3B78-65C4-4454-B16D-430BED49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6BB0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0573d6b4a4f6e"/>
          <a:stretch xmlns:a="http://schemas.openxmlformats.org/drawingml/2006/main"/>
        </p:blipFill>
        <p:spPr>
          <a:xfrm xmlns:a="http://schemas.openxmlformats.org/drawingml/2006/main">
            <a:off x="3737741" y="1952625"/>
            <a:ext cx="1478017" cy="1190625"/>
          </a:xfrm>
          <a:prstGeom xmlns:a="http://schemas.openxmlformats.org/drawingml/2006/main" prst="rect">
            <a:avLst/>
          </a:prstGeom>
        </p:spPr>
      </p:pic>
      <p:sp>
        <p:nvSpPr>
          <p:cNvPr id="4" name="permissioned-ledger-label">
            <a:extLst xmlns:a="http://schemas.openxmlformats.org/drawingml/2006/main">
              <a:ext uri="{FF2B5EF4-FFF2-40B4-BE49-F238E27FC236}">
                <a16:creationId xmlns:a16="http://schemas.microsoft.com/office/drawing/2014/main" id="{E19DA2A2-8EF1-462E-A833-865AF921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62B54"/>
                </a:solidFill>
              </a:defRPr>
            </a:pPr>
            <a:r>
              <a:rPr sz="2325" b="1">
                <a:solidFill>
                  <a:srgbClr val="062B54"/>
                </a:solidFill>
              </a:rPr>
              <a:t>Permissioned</a:t>
            </a:r>
          </a:p>
          <a:p xmlns:a="http://schemas.openxmlformats.org/drawingml/2006/main">
            <a:pPr algn="ctr">
              <a:defRPr sz="2325" b="1">
                <a:solidFill>
                  <a:srgbClr val="062B54"/>
                </a:solidFill>
              </a:defRPr>
            </a:pPr>
            <a:r>
              <a:rPr sz="2325" b="1">
                <a:solidFill>
                  <a:srgbClr val="062B54"/>
                </a:solidFill>
              </a:rPr>
              <a:t>Ledger</a:t>
            </a:r>
          </a:p>
        </p:txBody>
      </p:sp>
      <p:sp>
        <p:nvSpPr>
          <p:cNvPr id="5" name="complementary-assurance-hub">
            <a:extLst xmlns:a="http://schemas.openxmlformats.org/drawingml/2006/main">
              <a:ext uri="{FF2B5EF4-FFF2-40B4-BE49-F238E27FC236}">
                <a16:creationId xmlns:a16="http://schemas.microsoft.com/office/drawing/2014/main" id="{57971474-DAEE-44C6-9AD8-C2AA107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47625">
            <a:solidFill>
              <a:srgbClr val="D17A0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complementary-assurance-inner-ring">
            <a:extLst xmlns:a="http://schemas.openxmlformats.org/drawingml/2006/main">
              <a:ext uri="{FF2B5EF4-FFF2-40B4-BE49-F238E27FC236}">
                <a16:creationId xmlns:a16="http://schemas.microsoft.com/office/drawing/2014/main" id="{1CB009DE-FE7B-43AB-8CDB-47F074D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5C40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d986576e04da3"/>
          <a:stretch xmlns:a="http://schemas.openxmlformats.org/drawingml/2006/main"/>
        </p:blipFill>
        <p:spPr>
          <a:xfrm xmlns:a="http://schemas.openxmlformats.org/drawingml/2006/main">
            <a:off x="10082893" y="1952625"/>
            <a:ext cx="1360714" cy="1190625"/>
          </a:xfrm>
          <a:prstGeom xmlns:a="http://schemas.openxmlformats.org/drawingml/2006/main" prst="rect">
            <a:avLst/>
          </a:prstGeom>
        </p:spPr>
      </p:pic>
      <p:sp>
        <p:nvSpPr>
          <p:cNvPr id="8" name="complementary-assurance-label">
            <a:extLst xmlns:a="http://schemas.openxmlformats.org/drawingml/2006/main">
              <a:ext uri="{FF2B5EF4-FFF2-40B4-BE49-F238E27FC236}">
                <a16:creationId xmlns:a16="http://schemas.microsoft.com/office/drawing/2014/main" id="{D2C47C38-70FC-44C3-BAC8-71E7EF0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95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B54"/>
                </a:solidFill>
              </a:defRPr>
            </a:pPr>
            <a:r>
              <a:rPr sz="2025" b="1">
                <a:solidFill>
                  <a:srgbClr val="062B54"/>
                </a:solidFill>
              </a:rPr>
              <a:t>Complementary</a:t>
            </a:r>
          </a:p>
          <a:p xmlns:a="http://schemas.openxmlformats.org/drawingml/2006/main">
            <a:pPr algn="ctr">
              <a:defRPr sz="2025" b="1">
                <a:solidFill>
                  <a:srgbClr val="062B54"/>
                </a:solidFill>
              </a:defRPr>
            </a:pPr>
            <a:r>
              <a:rPr sz="2025" b="1">
                <a:solidFill>
                  <a:srgbClr val="062B54"/>
                </a:solidFill>
              </a:rPr>
              <a:t>Assurance</a:t>
            </a:r>
          </a:p>
        </p:txBody>
      </p:sp>
      <p:sp>
        <p:nvSpPr>
          <p:cNvPr id="9" name="integrated-mission-assurance">
            <a:extLst xmlns:a="http://schemas.openxmlformats.org/drawingml/2006/main">
              <a:ext uri="{FF2B5EF4-FFF2-40B4-BE49-F238E27FC236}">
                <a16:creationId xmlns:a16="http://schemas.microsoft.com/office/drawing/2014/main" id="{E5CD5A07-DB1F-4D50-8CD3-22DBF7F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2095500" cy="10953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4765">
            <a:solidFill>
              <a:srgbClr val="0D4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Integrated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Mission Assurance</a:t>
            </a:r>
          </a:p>
        </p:txBody>
      </p:sp>
      <p:cxnSp>
        <p:nvCxnSpPr>
          <p:cNvPr id="81" name=""/>
          <p:cNvCxnSpPr>
            <a:stCxn xmlns:a="http://schemas.openxmlformats.org/drawingml/2006/main" id="1" idx="6"/>
            <a:endCxn xmlns:a="http://schemas.openxmlformats.org/drawingml/2006/main" id="9" idx="3"/>
          </p:cNvCxnSpPr>
          <p:nvPr/>
        </p:nvCxnSpPr>
        <p:spPr>
          <a:xfrm xmlns:a="http://schemas.openxmlformats.org/drawingml/2006/main">
            <a:off x="5905500" y="2952750"/>
            <a:ext cx="666750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57150" cap="rnd">
            <a:solidFill>
              <a:srgbClr val="11859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"/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8667750" y="2952750"/>
            <a:ext cx="666750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57150" cap="rnd">
            <a:solidFill>
              <a:srgbClr val="D17A08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ssurance-callout-1">
            <a:extLst xmlns:a="http://schemas.openxmlformats.org/drawingml/2006/main">
              <a:ext uri="{FF2B5EF4-FFF2-40B4-BE49-F238E27FC236}">
                <a16:creationId xmlns:a16="http://schemas.microsoft.com/office/drawing/2014/main" id="{10A35E5E-D70B-4D03-9EB6-8408C634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"/>
            <a:ext cx="2952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fdeb7abd74d48"/>
          <a:stretch xmlns:a="http://schemas.openxmlformats.org/drawingml/2006/main"/>
        </p:blipFill>
        <p:spPr>
          <a:xfrm xmlns:a="http://schemas.openxmlformats.org/drawingml/2006/main">
            <a:off x="1381125" y="373307"/>
            <a:ext cx="857250" cy="672612"/>
          </a:xfrm>
          <a:prstGeom xmlns:a="http://schemas.openxmlformats.org/drawingml/2006/main" prst="rect">
            <a:avLst/>
          </a:prstGeom>
        </p:spPr>
      </p:pic>
      <p:sp>
        <p:nvSpPr>
          <p:cNvPr id="14" name="assurance-callout-1-label">
            <a:extLst xmlns:a="http://schemas.openxmlformats.org/drawingml/2006/main">
              <a:ext uri="{FF2B5EF4-FFF2-40B4-BE49-F238E27FC236}">
                <a16:creationId xmlns:a16="http://schemas.microsoft.com/office/drawing/2014/main" id="{20DE59B8-4205-4AE2-B3B3-8DEE06F0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4800"/>
            <a:ext cx="176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Membership +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Authority</a:t>
            </a:r>
          </a:p>
        </p:txBody>
      </p:sp>
      <p:sp>
        <p:nvSpPr>
          <p:cNvPr id="15" name="assurance-callout-1-outline">
            <a:extLst xmlns:a="http://schemas.openxmlformats.org/drawingml/2006/main">
              <a:ext uri="{FF2B5EF4-FFF2-40B4-BE49-F238E27FC236}">
                <a16:creationId xmlns:a16="http://schemas.microsoft.com/office/drawing/2014/main" id="{FE611998-7B8D-4D73-9068-42A4553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"/>
            <a:ext cx="2952750" cy="1000125"/>
          </a:xfrm>
          <a:prstGeom xmlns:a="http://schemas.openxmlformats.org/drawingml/2006/main" prst="roundRect">
            <a:avLst>
              <a:gd name="adj" fmla="val 15238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136BB0"/>
            </a:solidFill>
            <a:prstDash val="solid"/>
          </a:ln>
        </p:spPr>
      </p:sp>
      <p:cxnSp>
        <p:nvCxnSpPr>
          <p:cNvPr id="87" name=""/>
          <p:cNvCxnSpPr>
            <a:stCxn xmlns:a="http://schemas.openxmlformats.org/drawingml/2006/main" id="12" idx="3"/>
            <a:endCxn xmlns:a="http://schemas.openxmlformats.org/drawingml/2006/main" id="1" idx="0"/>
          </p:cNvCxnSpPr>
          <p:nvPr/>
        </p:nvCxnSpPr>
        <p:spPr>
          <a:xfrm xmlns:a="http://schemas.openxmlformats.org/drawingml/2006/main">
            <a:off x="4143375" y="709613"/>
            <a:ext cx="333375" cy="814388"/>
          </a:xfrm>
          <a:prstGeom xmlns:a="http://schemas.openxmlformats.org/drawingml/2006/main" prst="bentConnector2">
            <a:avLst/>
          </a:prstGeom>
          <a:ln xmlns:a="http://schemas.openxmlformats.org/drawingml/2006/main" w="28575" cap="rnd">
            <a:solidFill>
              <a:srgbClr val="136BB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ssurance-callout-2">
            <a:extLst xmlns:a="http://schemas.openxmlformats.org/drawingml/2006/main">
              <a:ext uri="{FF2B5EF4-FFF2-40B4-BE49-F238E27FC236}">
                <a16:creationId xmlns:a16="http://schemas.microsoft.com/office/drawing/2014/main" id="{A7439FD7-8FC9-4D07-AA09-8C31EFA6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90750"/>
            <a:ext cx="2714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36B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2b5da6c304467"/>
          <a:stretch xmlns:a="http://schemas.openxmlformats.org/drawingml/2006/main"/>
        </p:blipFill>
        <p:spPr>
          <a:xfrm xmlns:a="http://schemas.openxmlformats.org/drawingml/2006/main">
            <a:off x="400050" y="23241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assurance-callout-2-label">
            <a:extLst xmlns:a="http://schemas.openxmlformats.org/drawingml/2006/main">
              <a:ext uri="{FF2B5EF4-FFF2-40B4-BE49-F238E27FC236}">
                <a16:creationId xmlns:a16="http://schemas.microsoft.com/office/drawing/2014/main" id="{0A5A3DA6-EC67-49A1-B6CC-5839CEAD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Provenance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Commitments</a:t>
            </a:r>
          </a:p>
        </p:txBody>
      </p:sp>
      <p:sp>
        <p:nvSpPr>
          <p:cNvPr id="20" name="assurance-callout-2-outline">
            <a:extLst xmlns:a="http://schemas.openxmlformats.org/drawingml/2006/main">
              <a:ext uri="{FF2B5EF4-FFF2-40B4-BE49-F238E27FC236}">
                <a16:creationId xmlns:a16="http://schemas.microsoft.com/office/drawing/2014/main" id="{4759FFED-DAAF-46DE-BA10-32B1582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90750"/>
            <a:ext cx="2714625" cy="1047750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136BB0"/>
            </a:solidFill>
            <a:prstDash val="solid"/>
          </a:ln>
        </p:spPr>
      </p:sp>
      <p:cxnSp>
        <p:nvCxnSpPr>
          <p:cNvPr id="92" name=""/>
          <p:cNvCxnSpPr>
            <a:stCxn xmlns:a="http://schemas.openxmlformats.org/drawingml/2006/main" id="17" idx="3"/>
            <a:endCxn xmlns:a="http://schemas.openxmlformats.org/drawingml/2006/main" id="1" idx="2"/>
          </p:cNvCxnSpPr>
          <p:nvPr/>
        </p:nvCxnSpPr>
        <p:spPr>
          <a:xfrm xmlns:a="http://schemas.openxmlformats.org/drawingml/2006/main">
            <a:off x="2886075" y="2714625"/>
            <a:ext cx="16192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136BB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ssurance-callout-3">
            <a:extLst xmlns:a="http://schemas.openxmlformats.org/drawingml/2006/main">
              <a:ext uri="{FF2B5EF4-FFF2-40B4-BE49-F238E27FC236}">
                <a16:creationId xmlns:a16="http://schemas.microsoft.com/office/drawing/2014/main" id="{27FA7061-4605-4BF9-9CB7-AF0B4EA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714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A7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0b955f69640a3"/>
          <a:stretch xmlns:a="http://schemas.openxmlformats.org/drawingml/2006/main"/>
        </p:blipFill>
        <p:spPr>
          <a:xfrm xmlns:a="http://schemas.openxmlformats.org/drawingml/2006/main">
            <a:off x="934403" y="4276725"/>
            <a:ext cx="702945" cy="781050"/>
          </a:xfrm>
          <a:prstGeom xmlns:a="http://schemas.openxmlformats.org/drawingml/2006/main" prst="rect">
            <a:avLst/>
          </a:prstGeom>
        </p:spPr>
      </p:pic>
      <p:sp>
        <p:nvSpPr>
          <p:cNvPr id="24" name="assurance-callout-3-label">
            <a:extLst xmlns:a="http://schemas.openxmlformats.org/drawingml/2006/main">
              <a:ext uri="{FF2B5EF4-FFF2-40B4-BE49-F238E27FC236}">
                <a16:creationId xmlns:a16="http://schemas.microsoft.com/office/drawing/2014/main" id="{02FC16E0-6F68-469A-9628-86FCA654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38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Version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Coordination</a:t>
            </a:r>
          </a:p>
        </p:txBody>
      </p:sp>
      <p:sp>
        <p:nvSpPr>
          <p:cNvPr id="25" name="assurance-callout-3-outline">
            <a:extLst xmlns:a="http://schemas.openxmlformats.org/drawingml/2006/main">
              <a:ext uri="{FF2B5EF4-FFF2-40B4-BE49-F238E27FC236}">
                <a16:creationId xmlns:a16="http://schemas.microsoft.com/office/drawing/2014/main" id="{3BB23BA2-4FBE-4B10-96DB-844AE795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714625" cy="1047750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27A7BE"/>
            </a:solidFill>
            <a:prstDash val="solid"/>
          </a:ln>
        </p:spPr>
      </p:sp>
      <p:cxnSp>
        <p:nvCxnSpPr>
          <p:cNvPr id="97" name=""/>
          <p:cNvCxnSpPr>
            <a:stCxn xmlns:a="http://schemas.openxmlformats.org/drawingml/2006/main" id="22" idx="3"/>
            <a:endCxn xmlns:a="http://schemas.openxmlformats.org/drawingml/2006/main" id="1" idx="3"/>
          </p:cNvCxnSpPr>
          <p:nvPr/>
        </p:nvCxnSpPr>
        <p:spPr>
          <a:xfrm xmlns:a="http://schemas.openxmlformats.org/drawingml/2006/main" flipV="1">
            <a:off x="3381375" y="3963029"/>
            <a:ext cx="85096" cy="704221"/>
          </a:xfrm>
          <a:prstGeom xmlns:a="http://schemas.openxmlformats.org/drawingml/2006/main" prst="bentConnector2">
            <a:avLst/>
          </a:prstGeom>
          <a:ln xmlns:a="http://schemas.openxmlformats.org/drawingml/2006/main" w="28575" cap="rnd">
            <a:solidFill>
              <a:srgbClr val="27A7B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ssurance-callout-4">
            <a:extLst xmlns:a="http://schemas.openxmlformats.org/drawingml/2006/main">
              <a:ext uri="{FF2B5EF4-FFF2-40B4-BE49-F238E27FC236}">
                <a16:creationId xmlns:a16="http://schemas.microsoft.com/office/drawing/2014/main" id="{289772AF-F0CC-419B-970E-D95BFB15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85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7703ff28c4da3"/>
          <a:stretch xmlns:a="http://schemas.openxmlformats.org/drawingml/2006/main"/>
        </p:blipFill>
        <p:spPr>
          <a:xfrm xmlns:a="http://schemas.openxmlformats.org/drawingml/2006/main">
            <a:off x="3924754" y="4610100"/>
            <a:ext cx="818243" cy="781050"/>
          </a:xfrm>
          <a:prstGeom xmlns:a="http://schemas.openxmlformats.org/drawingml/2006/main" prst="rect">
            <a:avLst/>
          </a:prstGeom>
        </p:spPr>
      </p:pic>
      <p:sp>
        <p:nvSpPr>
          <p:cNvPr id="29" name="assurance-callout-4-label">
            <a:extLst xmlns:a="http://schemas.openxmlformats.org/drawingml/2006/main">
              <a:ext uri="{FF2B5EF4-FFF2-40B4-BE49-F238E27FC236}">
                <a16:creationId xmlns:a16="http://schemas.microsoft.com/office/drawing/2014/main" id="{A9221513-CB29-4DA8-A11D-DF8D89A8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720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Audit +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Reconciliation</a:t>
            </a:r>
          </a:p>
        </p:txBody>
      </p:sp>
      <p:sp>
        <p:nvSpPr>
          <p:cNvPr id="30" name="assurance-callout-4-outline">
            <a:extLst xmlns:a="http://schemas.openxmlformats.org/drawingml/2006/main">
              <a:ext uri="{FF2B5EF4-FFF2-40B4-BE49-F238E27FC236}">
                <a16:creationId xmlns:a16="http://schemas.microsoft.com/office/drawing/2014/main" id="{D694A440-D195-48F7-A931-7DFADAA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118590"/>
            </a:solidFill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27" idx="0"/>
            <a:endCxn xmlns:a="http://schemas.openxmlformats.org/drawingml/2006/main" id="1" idx="5"/>
          </p:cNvCxnSpPr>
          <p:nvPr/>
        </p:nvCxnSpPr>
        <p:spPr>
          <a:xfrm xmlns:a="http://schemas.openxmlformats.org/drawingml/2006/main" flipV="1">
            <a:off x="5191125" y="3963029"/>
            <a:ext cx="295904" cy="513721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 cap="rnd">
            <a:solidFill>
              <a:srgbClr val="11859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ssurance-callout-5">
            <a:extLst xmlns:a="http://schemas.openxmlformats.org/drawingml/2006/main">
              <a:ext uri="{FF2B5EF4-FFF2-40B4-BE49-F238E27FC236}">
                <a16:creationId xmlns:a16="http://schemas.microsoft.com/office/drawing/2014/main" id="{197251D0-9C24-4D73-97E8-B0C15A2B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09550"/>
            <a:ext cx="2952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17A0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0f9ce6c654a7f"/>
          <a:stretch xmlns:a="http://schemas.openxmlformats.org/drawingml/2006/main"/>
        </p:blipFill>
        <p:spPr>
          <a:xfrm xmlns:a="http://schemas.openxmlformats.org/drawingml/2006/main">
            <a:off x="11287125" y="395288"/>
            <a:ext cx="857250" cy="628650"/>
          </a:xfrm>
          <a:prstGeom xmlns:a="http://schemas.openxmlformats.org/drawingml/2006/main" prst="rect">
            <a:avLst/>
          </a:prstGeom>
        </p:spPr>
      </p:pic>
      <p:sp>
        <p:nvSpPr>
          <p:cNvPr id="34" name="assurance-callout-5-label">
            <a:extLst xmlns:a="http://schemas.openxmlformats.org/drawingml/2006/main">
              <a:ext uri="{FF2B5EF4-FFF2-40B4-BE49-F238E27FC236}">
                <a16:creationId xmlns:a16="http://schemas.microsoft.com/office/drawing/2014/main" id="{F7D69A81-41DF-46B0-A633-4656C99C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04800"/>
            <a:ext cx="176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Physical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Validation</a:t>
            </a:r>
          </a:p>
        </p:txBody>
      </p:sp>
      <p:sp>
        <p:nvSpPr>
          <p:cNvPr id="35" name="assurance-callout-5-outline">
            <a:extLst xmlns:a="http://schemas.openxmlformats.org/drawingml/2006/main">
              <a:ext uri="{FF2B5EF4-FFF2-40B4-BE49-F238E27FC236}">
                <a16:creationId xmlns:a16="http://schemas.microsoft.com/office/drawing/2014/main" id="{8C990A5E-1228-4ED9-B384-119A6C17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09550"/>
            <a:ext cx="2952750" cy="1000125"/>
          </a:xfrm>
          <a:prstGeom xmlns:a="http://schemas.openxmlformats.org/drawingml/2006/main" prst="roundRect">
            <a:avLst>
              <a:gd name="adj" fmla="val 15238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D17A08"/>
            </a:solidFill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32" idx="1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0763250" y="709613"/>
            <a:ext cx="333375" cy="814388"/>
          </a:xfrm>
          <a:prstGeom xmlns:a="http://schemas.openxmlformats.org/drawingml/2006/main" prst="bentConnector2">
            <a:avLst/>
          </a:prstGeom>
          <a:ln xmlns:a="http://schemas.openxmlformats.org/drawingml/2006/main" w="28575" cap="rnd">
            <a:solidFill>
              <a:srgbClr val="D17A0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ssurance-callout-6">
            <a:extLst xmlns:a="http://schemas.openxmlformats.org/drawingml/2006/main">
              <a:ext uri="{FF2B5EF4-FFF2-40B4-BE49-F238E27FC236}">
                <a16:creationId xmlns:a16="http://schemas.microsoft.com/office/drawing/2014/main" id="{05DA1035-7CBA-478C-89AE-53FA86D5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190750"/>
            <a:ext cx="2714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F5C4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7711c085b41a0"/>
          <a:stretch xmlns:a="http://schemas.openxmlformats.org/drawingml/2006/main"/>
        </p:blipFill>
        <p:spPr>
          <a:xfrm xmlns:a="http://schemas.openxmlformats.org/drawingml/2006/main">
            <a:off x="12573000" y="2381250"/>
            <a:ext cx="857250" cy="666750"/>
          </a:xfrm>
          <a:prstGeom xmlns:a="http://schemas.openxmlformats.org/drawingml/2006/main" prst="rect">
            <a:avLst/>
          </a:prstGeom>
        </p:spPr>
      </p:pic>
      <p:sp>
        <p:nvSpPr>
          <p:cNvPr id="39" name="assurance-callout-6-label">
            <a:extLst xmlns:a="http://schemas.openxmlformats.org/drawingml/2006/main">
              <a:ext uri="{FF2B5EF4-FFF2-40B4-BE49-F238E27FC236}">
                <a16:creationId xmlns:a16="http://schemas.microsoft.com/office/drawing/2014/main" id="{E9695C12-BF5A-4AD9-9063-B3C8C861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2860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Endpoint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Protection</a:t>
            </a:r>
          </a:p>
        </p:txBody>
      </p:sp>
      <p:sp>
        <p:nvSpPr>
          <p:cNvPr id="40" name="assurance-callout-6-outline">
            <a:extLst xmlns:a="http://schemas.openxmlformats.org/drawingml/2006/main">
              <a:ext uri="{FF2B5EF4-FFF2-40B4-BE49-F238E27FC236}">
                <a16:creationId xmlns:a16="http://schemas.microsoft.com/office/drawing/2014/main" id="{5266E3DE-EA17-451E-8040-647D9846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190750"/>
            <a:ext cx="2714625" cy="1047750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EF5C40"/>
            </a:solidFill>
            <a:prstDash val="solid"/>
          </a:ln>
        </p:spPr>
      </p:sp>
      <p:cxnSp>
        <p:nvCxnSpPr>
          <p:cNvPr id="112" name=""/>
          <p:cNvCxnSpPr>
            <a:stCxn xmlns:a="http://schemas.openxmlformats.org/drawingml/2006/main" id="37" idx="1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12192000" y="2714625"/>
            <a:ext cx="1905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EF5C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ssurance-callout-7">
            <a:extLst xmlns:a="http://schemas.openxmlformats.org/drawingml/2006/main">
              <a:ext uri="{FF2B5EF4-FFF2-40B4-BE49-F238E27FC236}">
                <a16:creationId xmlns:a16="http://schemas.microsoft.com/office/drawing/2014/main" id="{FFBA4942-47FD-464C-9140-9C72798B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143375"/>
            <a:ext cx="2762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25b01402b4215"/>
          <a:stretch xmlns:a="http://schemas.openxmlformats.org/drawingml/2006/main"/>
        </p:blipFill>
        <p:spPr>
          <a:xfrm xmlns:a="http://schemas.openxmlformats.org/drawingml/2006/main">
            <a:off x="12525375" y="4281488"/>
            <a:ext cx="857250" cy="771525"/>
          </a:xfrm>
          <a:prstGeom xmlns:a="http://schemas.openxmlformats.org/drawingml/2006/main" prst="rect">
            <a:avLst/>
          </a:prstGeom>
        </p:spPr>
      </p:pic>
      <p:sp>
        <p:nvSpPr>
          <p:cNvPr id="44" name="assurance-callout-7-label">
            <a:extLst xmlns:a="http://schemas.openxmlformats.org/drawingml/2006/main">
              <a:ext uri="{FF2B5EF4-FFF2-40B4-BE49-F238E27FC236}">
                <a16:creationId xmlns:a16="http://schemas.microsoft.com/office/drawing/2014/main" id="{5EA2B702-55BE-48EC-997F-8459836B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4238625"/>
            <a:ext cx="157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Real-Time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Safety</a:t>
            </a:r>
          </a:p>
        </p:txBody>
      </p:sp>
      <p:sp>
        <p:nvSpPr>
          <p:cNvPr id="45" name="assurance-callout-7-outline">
            <a:extLst xmlns:a="http://schemas.openxmlformats.org/drawingml/2006/main">
              <a:ext uri="{FF2B5EF4-FFF2-40B4-BE49-F238E27FC236}">
                <a16:creationId xmlns:a16="http://schemas.microsoft.com/office/drawing/2014/main" id="{011A6E93-E0A9-4EDC-BBF4-CFEEAC89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143375"/>
            <a:ext cx="2762250" cy="1047750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5C3496"/>
            </a:solidFill>
            <a:prstDash val="solid"/>
          </a:ln>
        </p:spPr>
      </p:sp>
      <p:cxnSp>
        <p:nvCxnSpPr>
          <p:cNvPr id="117" name=""/>
          <p:cNvCxnSpPr>
            <a:stCxn xmlns:a="http://schemas.openxmlformats.org/drawingml/2006/main" id="42" idx="1"/>
            <a:endCxn xmlns:a="http://schemas.openxmlformats.org/drawingml/2006/main" id="5" idx="5"/>
          </p:cNvCxnSpPr>
          <p:nvPr/>
        </p:nvCxnSpPr>
        <p:spPr>
          <a:xfrm xmlns:a="http://schemas.openxmlformats.org/drawingml/2006/main" flipH="1" flipV="1">
            <a:off x="11773529" y="3963029"/>
            <a:ext cx="561346" cy="704221"/>
          </a:xfrm>
          <a:prstGeom xmlns:a="http://schemas.openxmlformats.org/drawingml/2006/main" prst="bentConnector2">
            <a:avLst/>
          </a:prstGeom>
          <a:ln xmlns:a="http://schemas.openxmlformats.org/drawingml/2006/main" w="28575" cap="rnd">
            <a:solidFill>
              <a:srgbClr val="5C349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ssurance-callout-8">
            <a:extLst xmlns:a="http://schemas.openxmlformats.org/drawingml/2006/main">
              <a:ext uri="{FF2B5EF4-FFF2-40B4-BE49-F238E27FC236}">
                <a16:creationId xmlns:a16="http://schemas.microsoft.com/office/drawing/2014/main" id="{D140E8B4-8898-4F24-9433-2DABCDC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2ad8983e2485b"/>
          <a:stretch xmlns:a="http://schemas.openxmlformats.org/drawingml/2006/main"/>
        </p:blipFill>
        <p:spPr>
          <a:xfrm xmlns:a="http://schemas.openxmlformats.org/drawingml/2006/main">
            <a:off x="8856889" y="4610100"/>
            <a:ext cx="669471" cy="781050"/>
          </a:xfrm>
          <a:prstGeom xmlns:a="http://schemas.openxmlformats.org/drawingml/2006/main" prst="rect">
            <a:avLst/>
          </a:prstGeom>
        </p:spPr>
      </p:pic>
      <p:sp>
        <p:nvSpPr>
          <p:cNvPr id="49" name="assurance-callout-8-label">
            <a:extLst xmlns:a="http://schemas.openxmlformats.org/drawingml/2006/main">
              <a:ext uri="{FF2B5EF4-FFF2-40B4-BE49-F238E27FC236}">
                <a16:creationId xmlns:a16="http://schemas.microsoft.com/office/drawing/2014/main" id="{9A8ED98C-C688-46DC-AF24-E33D5EA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Privacy +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Governance</a:t>
            </a:r>
          </a:p>
        </p:txBody>
      </p:sp>
      <p:sp>
        <p:nvSpPr>
          <p:cNvPr id="50" name="assurance-callout-8-outline">
            <a:extLst xmlns:a="http://schemas.openxmlformats.org/drawingml/2006/main">
              <a:ext uri="{FF2B5EF4-FFF2-40B4-BE49-F238E27FC236}">
                <a16:creationId xmlns:a16="http://schemas.microsoft.com/office/drawing/2014/main" id="{8BDE4956-CE62-4264-8BBC-ECC9CD8F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5C3496"/>
            </a:solidFill>
            <a:prstDash val="solid"/>
          </a:ln>
        </p:spPr>
      </p:sp>
      <p:cxnSp>
        <p:nvCxnSpPr>
          <p:cNvPr id="122" name=""/>
          <p:cNvCxnSpPr>
            <a:stCxn xmlns:a="http://schemas.openxmlformats.org/drawingml/2006/main" id="47" idx="0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9752971" y="3963029"/>
            <a:ext cx="295904" cy="513721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 cap="rnd">
            <a:solidFill>
              <a:srgbClr val="5C349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technology-choice-divider">
            <a:extLst xmlns:a="http://schemas.openxmlformats.org/drawingml/2006/main">
              <a:ext uri="{FF2B5EF4-FFF2-40B4-BE49-F238E27FC236}">
                <a16:creationId xmlns:a16="http://schemas.microsoft.com/office/drawing/2014/main" id="{37F76BB9-86A5-441E-8C8A-44FEE5D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857875"/>
            <a:ext cx="1481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9D5"/>
            </a:solidFill>
            <a:prstDash val="solid"/>
          </a:ln>
        </p:spPr>
      </p:sp>
      <p:sp>
        <p:nvSpPr>
          <p:cNvPr id="53" name="governance-structure">
            <a:extLst xmlns:a="http://schemas.openxmlformats.org/drawingml/2006/main">
              <a:ext uri="{FF2B5EF4-FFF2-40B4-BE49-F238E27FC236}">
                <a16:creationId xmlns:a16="http://schemas.microsoft.com/office/drawing/2014/main" id="{A1EC6D3D-4227-4E3B-946D-0C63A871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3048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23813">
            <a:solidFill>
              <a:srgbClr val="062B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06a9ad709480c"/>
          <a:stretch xmlns:a="http://schemas.openxmlformats.org/drawingml/2006/main"/>
        </p:blipFill>
        <p:spPr>
          <a:xfrm xmlns:a="http://schemas.openxmlformats.org/drawingml/2006/main">
            <a:off x="868619" y="6572250"/>
            <a:ext cx="967863" cy="1000125"/>
          </a:xfrm>
          <a:prstGeom xmlns:a="http://schemas.openxmlformats.org/drawingml/2006/main" prst="rect">
            <a:avLst/>
          </a:prstGeom>
        </p:spPr>
      </p:pic>
      <p:sp>
        <p:nvSpPr>
          <p:cNvPr id="55" name="governance-structure-label">
            <a:extLst xmlns:a="http://schemas.openxmlformats.org/drawingml/2006/main">
              <a:ext uri="{FF2B5EF4-FFF2-40B4-BE49-F238E27FC236}">
                <a16:creationId xmlns:a16="http://schemas.microsoft.com/office/drawing/2014/main" id="{899DA179-93F4-4FD2-ABE5-A161EF71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572250"/>
            <a:ext cx="157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Governance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Structure</a:t>
            </a:r>
          </a:p>
        </p:txBody>
      </p:sp>
      <p:sp>
        <p:nvSpPr>
          <p:cNvPr id="56" name="independent-parties">
            <a:extLst xmlns:a="http://schemas.openxmlformats.org/drawingml/2006/main">
              <a:ext uri="{FF2B5EF4-FFF2-40B4-BE49-F238E27FC236}">
                <a16:creationId xmlns:a16="http://schemas.microsoft.com/office/drawing/2014/main" id="{0B27C2AE-B971-4641-9ABA-680263D8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191250"/>
            <a:ext cx="4238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23813">
            <a:solidFill>
              <a:srgbClr val="118590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0bd2ec0b94115"/>
          <a:stretch xmlns:a="http://schemas.openxmlformats.org/drawingml/2006/main"/>
        </p:blipFill>
        <p:spPr>
          <a:xfrm xmlns:a="http://schemas.openxmlformats.org/drawingml/2006/main">
            <a:off x="5580146" y="6286500"/>
            <a:ext cx="745958" cy="590550"/>
          </a:xfrm>
          <a:prstGeom xmlns:a="http://schemas.openxmlformats.org/drawingml/2006/main" prst="rect">
            <a:avLst/>
          </a:prstGeom>
        </p:spPr>
      </p:pic>
      <p:sp>
        <p:nvSpPr>
          <p:cNvPr id="58" name="independent-parties-label">
            <a:extLst xmlns:a="http://schemas.openxmlformats.org/drawingml/2006/main">
              <a:ext uri="{FF2B5EF4-FFF2-40B4-BE49-F238E27FC236}">
                <a16:creationId xmlns:a16="http://schemas.microsoft.com/office/drawing/2014/main" id="{C8FE9E49-F36B-430B-90E8-956E501E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769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Independent Parties</a:t>
            </a:r>
          </a:p>
        </p:txBody>
      </p:sp>
      <p:sp>
        <p:nvSpPr>
          <p:cNvPr id="59" name="single-accountable-authority">
            <a:extLst xmlns:a="http://schemas.openxmlformats.org/drawingml/2006/main">
              <a:ext uri="{FF2B5EF4-FFF2-40B4-BE49-F238E27FC236}">
                <a16:creationId xmlns:a16="http://schemas.microsoft.com/office/drawing/2014/main" id="{F240B9BE-C61A-4D48-8DE8-EE0046C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219950"/>
            <a:ext cx="4238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6759fb6f8420a"/>
          <a:stretch xmlns:a="http://schemas.openxmlformats.org/drawingml/2006/main"/>
        </p:blipFill>
        <p:spPr>
          <a:xfrm xmlns:a="http://schemas.openxmlformats.org/drawingml/2006/main">
            <a:off x="5657850" y="73152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61" name="single-accountable-authority-label">
            <a:extLst xmlns:a="http://schemas.openxmlformats.org/drawingml/2006/main">
              <a:ext uri="{FF2B5EF4-FFF2-40B4-BE49-F238E27FC236}">
                <a16:creationId xmlns:a16="http://schemas.microsoft.com/office/drawing/2014/main" id="{5BEFBF4F-5571-4EC3-95C0-0B65F0F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3152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Single Accountable Authority</a:t>
            </a:r>
          </a:p>
        </p:txBody>
      </p:sp>
      <p:sp>
        <p:nvSpPr>
          <p:cNvPr id="62" name="ledger-choice">
            <a:extLst xmlns:a="http://schemas.openxmlformats.org/drawingml/2006/main">
              <a:ext uri="{FF2B5EF4-FFF2-40B4-BE49-F238E27FC236}">
                <a16:creationId xmlns:a16="http://schemas.microsoft.com/office/drawing/2014/main" id="{FB10702F-1057-4A74-B118-798AFAD7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238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23813">
            <a:solidFill>
              <a:srgbClr val="118590"/>
            </a:solidFill>
            <a:prstDash val="solid"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1364d61634f12"/>
          <a:stretch xmlns:a="http://schemas.openxmlformats.org/drawingml/2006/main"/>
        </p:blipFill>
        <p:spPr>
          <a:xfrm xmlns:a="http://schemas.openxmlformats.org/drawingml/2006/main">
            <a:off x="11678685" y="6286500"/>
            <a:ext cx="693254" cy="590550"/>
          </a:xfrm>
          <a:prstGeom xmlns:a="http://schemas.openxmlformats.org/drawingml/2006/main" prst="rect">
            <a:avLst/>
          </a:prstGeom>
        </p:spPr>
      </p:pic>
      <p:sp>
        <p:nvSpPr>
          <p:cNvPr id="64" name="ledger-choice-label">
            <a:extLst xmlns:a="http://schemas.openxmlformats.org/drawingml/2006/main">
              <a:ext uri="{FF2B5EF4-FFF2-40B4-BE49-F238E27FC236}">
                <a16:creationId xmlns:a16="http://schemas.microsoft.com/office/drawing/2014/main" id="{73218EEA-2746-41BA-ACD1-30B9B170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2388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Permissioned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Ledger</a:t>
            </a:r>
          </a:p>
        </p:txBody>
      </p:sp>
      <p:sp>
        <p:nvSpPr>
          <p:cNvPr id="65" name="database-choice">
            <a:extLst xmlns:a="http://schemas.openxmlformats.org/drawingml/2006/main">
              <a:ext uri="{FF2B5EF4-FFF2-40B4-BE49-F238E27FC236}">
                <a16:creationId xmlns:a16="http://schemas.microsoft.com/office/drawing/2014/main" id="{A9B104D0-0C75-4A11-A986-211F2530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219950"/>
            <a:ext cx="3238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23813">
            <a:solidFill>
              <a:srgbClr val="5C3496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9654076114464"/>
          <a:stretch xmlns:a="http://schemas.openxmlformats.org/drawingml/2006/main"/>
        </p:blipFill>
        <p:spPr>
          <a:xfrm xmlns:a="http://schemas.openxmlformats.org/drawingml/2006/main">
            <a:off x="11626691" y="7315200"/>
            <a:ext cx="797243" cy="590550"/>
          </a:xfrm>
          <a:prstGeom xmlns:a="http://schemas.openxmlformats.org/drawingml/2006/main" prst="rect">
            <a:avLst/>
          </a:prstGeom>
        </p:spPr>
      </p:pic>
      <p:sp>
        <p:nvSpPr>
          <p:cNvPr id="67" name="database-choice-label">
            <a:extLst xmlns:a="http://schemas.openxmlformats.org/drawingml/2006/main">
              <a:ext uri="{FF2B5EF4-FFF2-40B4-BE49-F238E27FC236}">
                <a16:creationId xmlns:a16="http://schemas.microsoft.com/office/drawing/2014/main" id="{732869BB-B183-4B31-B92E-86CC9E3A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866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Authenticated</a:t>
            </a:r>
          </a:p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Database</a:t>
            </a:r>
          </a:p>
        </p:txBody>
      </p:sp>
      <p:cxnSp>
        <p:nvCxnSpPr>
          <p:cNvPr id="139" name=""/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3571875" y="6581775"/>
            <a:ext cx="1714500" cy="490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 cap="rnd">
            <a:solidFill>
              <a:srgbClr val="118590"/>
            </a:solidFill>
            <a:prstDash val="solid"/>
            <a:round/>
            <a:headEnd type="none" w="med" len="med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53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3571875" y="7072313"/>
            <a:ext cx="1714500" cy="538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 cap="rnd">
            <a:solidFill>
              <a:srgbClr val="5C3496"/>
            </a:solidFill>
            <a:prstDash val="solid"/>
            <a:round/>
            <a:headEnd type="none" w="med" len="me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56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9525000" y="65817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118590"/>
            </a:solidFill>
            <a:prstDash val="solid"/>
            <a:round/>
            <a:headEnd type="none" w="med" len="me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59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9525000" y="76104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5C3496"/>
            </a:solidFill>
            <a:prstDash val="solid"/>
            <a:round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8239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cological-evidence-arrow">
            <a:extLst xmlns:a="http://schemas.openxmlformats.org/drawingml/2006/main">
              <a:ext uri="{FF2B5EF4-FFF2-40B4-BE49-F238E27FC236}">
                <a16:creationId xmlns:a16="http://schemas.microsoft.com/office/drawing/2014/main" id="{56A1663E-A410-4C61-9842-00A302B0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524125" y="666750"/>
            <a:ext cx="10287000" cy="1047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solidFill>
              <a:srgbClr val="C6D8DF"/>
            </a:solidFill>
            <a:prstDash val="solid"/>
          </a:ln>
        </p:spPr>
      </p:sp>
      <p:sp>
        <p:nvSpPr>
          <p:cNvPr id="2" name="ecological-evidence-label">
            <a:extLst xmlns:a="http://schemas.openxmlformats.org/drawingml/2006/main">
              <a:ext uri="{FF2B5EF4-FFF2-40B4-BE49-F238E27FC236}">
                <a16:creationId xmlns:a16="http://schemas.microsoft.com/office/drawing/2014/main" id="{CE326AF0-4EC2-4FB0-B434-3D83F61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3429000" y="10668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D477A"/>
                </a:solidFill>
              </a:defRPr>
            </a:pPr>
            <a:r>
              <a:rPr sz="2325" b="1">
                <a:solidFill>
                  <a:srgbClr val="0D477A"/>
                </a:solidFill>
              </a:rPr>
              <a:t>Increasing Ecological Evidence</a:t>
            </a:r>
          </a:p>
        </p:txBody>
      </p:sp>
      <p:sp>
        <p:nvSpPr>
          <p:cNvPr id="3" name="maturity-step-1">
            <a:extLst xmlns:a="http://schemas.openxmlformats.org/drawingml/2006/main">
              <a:ext uri="{FF2B5EF4-FFF2-40B4-BE49-F238E27FC236}">
                <a16:creationId xmlns:a16="http://schemas.microsoft.com/office/drawing/2014/main" id="{0B2A7F98-7DC5-4F18-A93F-009FD50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229350"/>
            <a:ext cx="2457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3335">
            <a:solidFill>
              <a:srgbClr val="C5BF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maturity-step-1-surface">
            <a:extLst xmlns:a="http://schemas.openxmlformats.org/drawingml/2006/main">
              <a:ext uri="{FF2B5EF4-FFF2-40B4-BE49-F238E27FC236}">
                <a16:creationId xmlns:a16="http://schemas.microsoft.com/office/drawing/2014/main" id="{F64A18E0-82A6-4FE2-B1A6-AEFB8D14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038850"/>
            <a:ext cx="2457450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c62e8d42c4360"/>
          <a:stretch xmlns:a="http://schemas.openxmlformats.org/drawingml/2006/main"/>
        </p:blipFill>
        <p:spPr>
          <a:xfrm xmlns:a="http://schemas.openxmlformats.org/drawingml/2006/main">
            <a:off x="945460" y="6305550"/>
            <a:ext cx="909430" cy="1162050"/>
          </a:xfrm>
          <a:prstGeom xmlns:a="http://schemas.openxmlformats.org/drawingml/2006/main" prst="roundRect">
            <a:avLst>
              <a:gd name="adj" fmla="val 9836"/>
            </a:avLst>
          </a:prstGeom>
        </p:spPr>
      </p:pic>
      <p:sp>
        <p:nvSpPr>
          <p:cNvPr id="6" name="maturity-step-1-label">
            <a:extLst xmlns:a="http://schemas.openxmlformats.org/drawingml/2006/main">
              <a:ext uri="{FF2B5EF4-FFF2-40B4-BE49-F238E27FC236}">
                <a16:creationId xmlns:a16="http://schemas.microsoft.com/office/drawing/2014/main" id="{9B863708-17C0-4097-9909-F5C27C42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4102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62B54"/>
                </a:solidFill>
              </a:defRPr>
            </a:pPr>
            <a:r>
              <a:rPr sz="2325" b="1">
                <a:solidFill>
                  <a:srgbClr val="062B54"/>
                </a:solidFill>
              </a:rPr>
              <a:t>Concept</a:t>
            </a:r>
          </a:p>
        </p:txBody>
      </p:sp>
      <p:sp>
        <p:nvSpPr>
          <p:cNvPr id="7" name="maturity-step-2">
            <a:extLst xmlns:a="http://schemas.openxmlformats.org/drawingml/2006/main">
              <a:ext uri="{FF2B5EF4-FFF2-40B4-BE49-F238E27FC236}">
                <a16:creationId xmlns:a16="http://schemas.microsoft.com/office/drawing/2014/main" id="{B2A356A6-94EB-4C96-8CEC-64DB86CE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10225"/>
            <a:ext cx="24574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13335">
            <a:solidFill>
              <a:srgbClr val="C5BF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maturity-step-2-surface">
            <a:extLst xmlns:a="http://schemas.openxmlformats.org/drawingml/2006/main">
              <a:ext uri="{FF2B5EF4-FFF2-40B4-BE49-F238E27FC236}">
                <a16:creationId xmlns:a16="http://schemas.microsoft.com/office/drawing/2014/main" id="{636DEA7A-C00C-476B-B4ED-AAA75182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19725"/>
            <a:ext cx="2457450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D477A"/>
          </a:solidFill>
          <a:ln xmlns:a="http://schemas.openxmlformats.org/drawingml/2006/main" w="0">
            <a:solidFill>
              <a:srgbClr val="0D477A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c9a7d9af24362"/>
          <a:stretch xmlns:a="http://schemas.openxmlformats.org/drawingml/2006/main"/>
        </p:blipFill>
        <p:spPr>
          <a:xfrm xmlns:a="http://schemas.openxmlformats.org/drawingml/2006/main">
            <a:off x="2930159" y="5686425"/>
            <a:ext cx="1854933" cy="1476375"/>
          </a:xfrm>
          <a:prstGeom xmlns:a="http://schemas.openxmlformats.org/drawingml/2006/main" prst="roundRect">
            <a:avLst>
              <a:gd name="adj" fmla="val 7742"/>
            </a:avLst>
          </a:prstGeom>
        </p:spPr>
      </p:pic>
      <p:sp>
        <p:nvSpPr>
          <p:cNvPr id="10" name="maturity-step-2-label">
            <a:extLst xmlns:a="http://schemas.openxmlformats.org/drawingml/2006/main">
              <a:ext uri="{FF2B5EF4-FFF2-40B4-BE49-F238E27FC236}">
                <a16:creationId xmlns:a16="http://schemas.microsoft.com/office/drawing/2014/main" id="{ADF8CD51-8A5A-4CF5-B75F-24A46F9E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91075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D477A"/>
                </a:solidFill>
              </a:defRPr>
            </a:pPr>
            <a:r>
              <a:rPr sz="2325" b="1">
                <a:solidFill>
                  <a:srgbClr val="0D477A"/>
                </a:solidFill>
              </a:rPr>
              <a:t>Analysis</a:t>
            </a:r>
          </a:p>
        </p:txBody>
      </p:sp>
      <p:sp>
        <p:nvSpPr>
          <p:cNvPr id="11" name="maturity-step-3">
            <a:extLst xmlns:a="http://schemas.openxmlformats.org/drawingml/2006/main">
              <a:ext uri="{FF2B5EF4-FFF2-40B4-BE49-F238E27FC236}">
                <a16:creationId xmlns:a16="http://schemas.microsoft.com/office/drawing/2014/main" id="{32F81BAD-9245-4859-A002-700690A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43475"/>
            <a:ext cx="24574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13335">
            <a:solidFill>
              <a:srgbClr val="C5BF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maturity-step-3-surface">
            <a:extLst xmlns:a="http://schemas.openxmlformats.org/drawingml/2006/main">
              <a:ext uri="{FF2B5EF4-FFF2-40B4-BE49-F238E27FC236}">
                <a16:creationId xmlns:a16="http://schemas.microsoft.com/office/drawing/2014/main" id="{A1CF63E5-C840-4A7E-92C3-FE253272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52975"/>
            <a:ext cx="2457450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7A7BE"/>
          </a:solidFill>
          <a:ln xmlns:a="http://schemas.openxmlformats.org/drawingml/2006/main" w="0">
            <a:solidFill>
              <a:srgbClr val="27A7BE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1fe0d788247d7"/>
          <a:stretch xmlns:a="http://schemas.openxmlformats.org/drawingml/2006/main"/>
        </p:blipFill>
        <p:spPr>
          <a:xfrm xmlns:a="http://schemas.openxmlformats.org/drawingml/2006/main">
            <a:off x="5257800" y="5101370"/>
            <a:ext cx="2114550" cy="178923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4" name="maturity-step-3-label">
            <a:extLst xmlns:a="http://schemas.openxmlformats.org/drawingml/2006/main">
              <a:ext uri="{FF2B5EF4-FFF2-40B4-BE49-F238E27FC236}">
                <a16:creationId xmlns:a16="http://schemas.microsoft.com/office/drawing/2014/main" id="{A2FB7567-D95E-4C03-96F9-772689C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24325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A7BE"/>
                </a:solidFill>
              </a:defRPr>
            </a:pPr>
            <a:r>
              <a:rPr sz="2325" b="1">
                <a:solidFill>
                  <a:srgbClr val="27A7BE"/>
                </a:solidFill>
              </a:rPr>
              <a:t>Simulation</a:t>
            </a:r>
          </a:p>
        </p:txBody>
      </p:sp>
      <p:sp>
        <p:nvSpPr>
          <p:cNvPr id="15" name="maturity-step-4">
            <a:extLst xmlns:a="http://schemas.openxmlformats.org/drawingml/2006/main">
              <a:ext uri="{FF2B5EF4-FFF2-40B4-BE49-F238E27FC236}">
                <a16:creationId xmlns:a16="http://schemas.microsoft.com/office/drawing/2014/main" id="{8D1E51DC-D4C9-461E-9813-C9FF4EE7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29100"/>
            <a:ext cx="2457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13335">
            <a:solidFill>
              <a:srgbClr val="C5BF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maturity-step-4-surface">
            <a:extLst xmlns:a="http://schemas.openxmlformats.org/drawingml/2006/main">
              <a:ext uri="{FF2B5EF4-FFF2-40B4-BE49-F238E27FC236}">
                <a16:creationId xmlns:a16="http://schemas.microsoft.com/office/drawing/2014/main" id="{BCBAB767-F53E-40C8-B68F-ED4BC8C1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2457450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18590"/>
          </a:solidFill>
          <a:ln xmlns:a="http://schemas.openxmlformats.org/drawingml/2006/main" w="0">
            <a:solidFill>
              <a:srgbClr val="118590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74feec1a946ca"/>
          <a:stretch xmlns:a="http://schemas.openxmlformats.org/drawingml/2006/main"/>
        </p:blipFill>
        <p:spPr>
          <a:xfrm xmlns:a="http://schemas.openxmlformats.org/drawingml/2006/main">
            <a:off x="7715250" y="4413137"/>
            <a:ext cx="2114550" cy="1736952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8" name="maturity-step-4-label">
            <a:extLst xmlns:a="http://schemas.openxmlformats.org/drawingml/2006/main">
              <a:ext uri="{FF2B5EF4-FFF2-40B4-BE49-F238E27FC236}">
                <a16:creationId xmlns:a16="http://schemas.microsoft.com/office/drawing/2014/main" id="{1703F3D9-2EA7-4EC1-8922-552870F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0995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8590"/>
                </a:solidFill>
              </a:defRPr>
            </a:pPr>
            <a:r>
              <a:rPr sz="2325" b="1">
                <a:solidFill>
                  <a:srgbClr val="118590"/>
                </a:solidFill>
              </a:rPr>
              <a:t>Prototype</a:t>
            </a:r>
          </a:p>
        </p:txBody>
      </p:sp>
      <p:sp>
        <p:nvSpPr>
          <p:cNvPr id="19" name="maturity-step-5">
            <a:extLst xmlns:a="http://schemas.openxmlformats.org/drawingml/2006/main">
              <a:ext uri="{FF2B5EF4-FFF2-40B4-BE49-F238E27FC236}">
                <a16:creationId xmlns:a16="http://schemas.microsoft.com/office/drawing/2014/main" id="{805CE48D-F8E9-4EF6-B06D-928C8F0F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19475"/>
            <a:ext cx="2457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E"/>
          </a:solidFill>
          <a:ln xmlns:a="http://schemas.openxmlformats.org/drawingml/2006/main" w="13335">
            <a:solidFill>
              <a:srgbClr val="C5BF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maturity-step-5-surface">
            <a:extLst xmlns:a="http://schemas.openxmlformats.org/drawingml/2006/main">
              <a:ext uri="{FF2B5EF4-FFF2-40B4-BE49-F238E27FC236}">
                <a16:creationId xmlns:a16="http://schemas.microsoft.com/office/drawing/2014/main" id="{0A7D1296-C004-4E24-9945-46271A3A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28975"/>
            <a:ext cx="2457450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A8669"/>
          </a:solidFill>
          <a:ln xmlns:a="http://schemas.openxmlformats.org/drawingml/2006/main" w="0">
            <a:solidFill>
              <a:srgbClr val="4A866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5c60e13349b0"/>
          <a:stretch xmlns:a="http://schemas.openxmlformats.org/drawingml/2006/main"/>
        </p:blipFill>
        <p:spPr>
          <a:xfrm xmlns:a="http://schemas.openxmlformats.org/drawingml/2006/main">
            <a:off x="10172700" y="3743715"/>
            <a:ext cx="2114550" cy="2218544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2" name="maturity-step-5-label">
            <a:extLst xmlns:a="http://schemas.openxmlformats.org/drawingml/2006/main">
              <a:ext uri="{FF2B5EF4-FFF2-40B4-BE49-F238E27FC236}">
                <a16:creationId xmlns:a16="http://schemas.microsoft.com/office/drawing/2014/main" id="{A8F8EFFE-969F-43C3-922F-284CAA4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00325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A8669"/>
                </a:solidFill>
              </a:defRPr>
            </a:pPr>
            <a:r>
              <a:rPr sz="2325" b="1">
                <a:solidFill>
                  <a:srgbClr val="4A8669"/>
                </a:solidFill>
              </a:rPr>
              <a:t>Field Trial</a:t>
            </a:r>
          </a:p>
        </p:txBody>
      </p:sp>
      <p:sp>
        <p:nvSpPr>
          <p:cNvPr id="23" name="maturity-step-6">
            <a:extLst xmlns:a="http://schemas.openxmlformats.org/drawingml/2006/main">
              <a:ext uri="{FF2B5EF4-FFF2-40B4-BE49-F238E27FC236}">
                <a16:creationId xmlns:a16="http://schemas.microsoft.com/office/drawing/2014/main" id="{810D1088-043F-4E95-AED9-AB7A5FD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466975"/>
            <a:ext cx="245745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13335">
            <a:solidFill>
              <a:srgbClr val="C5BF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maturity-step-6-surface">
            <a:extLst xmlns:a="http://schemas.openxmlformats.org/drawingml/2006/main">
              <a:ext uri="{FF2B5EF4-FFF2-40B4-BE49-F238E27FC236}">
                <a16:creationId xmlns:a16="http://schemas.microsoft.com/office/drawing/2014/main" id="{966B88E6-FD8D-451B-88FF-DEF4F4A4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276475"/>
            <a:ext cx="2457450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79332"/>
          </a:solidFill>
          <a:ln xmlns:a="http://schemas.openxmlformats.org/drawingml/2006/main" w="0">
            <a:solidFill>
              <a:srgbClr val="C7933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51b915d654b06"/>
          <a:stretch xmlns:a="http://schemas.openxmlformats.org/drawingml/2006/main"/>
        </p:blipFill>
        <p:spPr>
          <a:xfrm xmlns:a="http://schemas.openxmlformats.org/drawingml/2006/main">
            <a:off x="12813104" y="2543175"/>
            <a:ext cx="1748642" cy="2714625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6" name="maturity-step-6-label">
            <a:extLst xmlns:a="http://schemas.openxmlformats.org/drawingml/2006/main">
              <a:ext uri="{FF2B5EF4-FFF2-40B4-BE49-F238E27FC236}">
                <a16:creationId xmlns:a16="http://schemas.microsoft.com/office/drawing/2014/main" id="{71FD1331-E1AD-4834-BDAB-152A9FB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647825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79332"/>
                </a:solidFill>
              </a:defRPr>
            </a:pPr>
            <a:r>
              <a:rPr sz="2325" b="1">
                <a:solidFill>
                  <a:srgbClr val="C79332"/>
                </a:solidFill>
              </a:rPr>
              <a:t>Deployment</a:t>
            </a:r>
          </a:p>
        </p:txBody>
      </p:sp>
      <p:sp>
        <p:nvSpPr>
          <p:cNvPr id="27" name="clarity-traceability-foundation">
            <a:extLst xmlns:a="http://schemas.openxmlformats.org/drawingml/2006/main">
              <a:ext uri="{FF2B5EF4-FFF2-40B4-BE49-F238E27FC236}">
                <a16:creationId xmlns:a16="http://schemas.microsoft.com/office/drawing/2014/main" id="{4A1182F9-542B-4A74-8BAF-E4357E0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772400"/>
            <a:ext cx="14954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EEE8"/>
          </a:solidFill>
          <a:ln xmlns:a="http://schemas.openxmlformats.org/drawingml/2006/main" w="13335">
            <a:solidFill>
              <a:srgbClr val="B8B3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foundation-left-rule">
            <a:extLst xmlns:a="http://schemas.openxmlformats.org/drawingml/2006/main">
              <a:ext uri="{FF2B5EF4-FFF2-40B4-BE49-F238E27FC236}">
                <a16:creationId xmlns:a16="http://schemas.microsoft.com/office/drawing/2014/main" id="{2C97B137-5E59-490C-AFB4-28AEE76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05775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D477A"/>
            </a:solidFill>
            <a:prstDash val="solid"/>
          </a:ln>
        </p:spPr>
      </p:sp>
      <p:sp>
        <p:nvSpPr>
          <p:cNvPr id="29" name="clarity-traceability-label">
            <a:extLst xmlns:a="http://schemas.openxmlformats.org/drawingml/2006/main">
              <a:ext uri="{FF2B5EF4-FFF2-40B4-BE49-F238E27FC236}">
                <a16:creationId xmlns:a16="http://schemas.microsoft.com/office/drawing/2014/main" id="{C2D5DD22-43C2-4EEB-A7DA-9FC1582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8581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D477A"/>
                </a:solidFill>
              </a:defRPr>
            </a:pPr>
            <a:r>
              <a:rPr sz="2175" b="1">
                <a:solidFill>
                  <a:srgbClr val="0D477A"/>
                </a:solidFill>
              </a:rPr>
              <a:t>Preserve Clarity + Traceability</a:t>
            </a:r>
          </a:p>
        </p:txBody>
      </p:sp>
      <p:sp>
        <p:nvSpPr>
          <p:cNvPr id="30" name="foundation-right-rule">
            <a:extLst xmlns:a="http://schemas.openxmlformats.org/drawingml/2006/main">
              <a:ext uri="{FF2B5EF4-FFF2-40B4-BE49-F238E27FC236}">
                <a16:creationId xmlns:a16="http://schemas.microsoft.com/office/drawing/2014/main" id="{C63A916A-68E0-4680-AD93-FC94C24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105775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793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8472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2026-08-31T07:48:30.8290000Z</dcterms:created>
  <dcterms:modified xsi:type="dcterms:W3CDTF">2026-08-31T07:48:30.8300000Z</dcterms:modified>
</coreProperties>
</file>